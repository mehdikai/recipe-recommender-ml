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4810" r:id="rId3"/>
    <p:sldId id="272" r:id="rId4"/>
    <p:sldId id="4811" r:id="rId5"/>
    <p:sldId id="4812" r:id="rId6"/>
    <p:sldId id="273" r:id="rId7"/>
    <p:sldId id="4813" r:id="rId8"/>
    <p:sldId id="4814" r:id="rId9"/>
    <p:sldId id="274" r:id="rId10"/>
    <p:sldId id="4815" r:id="rId11"/>
    <p:sldId id="4816" r:id="rId12"/>
    <p:sldId id="4817" r:id="rId13"/>
    <p:sldId id="4818" r:id="rId14"/>
    <p:sldId id="4835" r:id="rId15"/>
    <p:sldId id="4836" r:id="rId16"/>
    <p:sldId id="4837" r:id="rId17"/>
    <p:sldId id="4819" r:id="rId18"/>
    <p:sldId id="4820" r:id="rId19"/>
    <p:sldId id="4821" r:id="rId20"/>
    <p:sldId id="4850" r:id="rId21"/>
    <p:sldId id="4849" r:id="rId22"/>
    <p:sldId id="4851" r:id="rId23"/>
    <p:sldId id="4852" r:id="rId24"/>
    <p:sldId id="4853" r:id="rId25"/>
    <p:sldId id="4844" r:id="rId26"/>
    <p:sldId id="4822" r:id="rId27"/>
    <p:sldId id="4823" r:id="rId28"/>
    <p:sldId id="4824" r:id="rId29"/>
    <p:sldId id="4833" r:id="rId30"/>
    <p:sldId id="4834" r:id="rId31"/>
    <p:sldId id="4845" r:id="rId32"/>
    <p:sldId id="4846" r:id="rId33"/>
    <p:sldId id="4847" r:id="rId34"/>
    <p:sldId id="4825" r:id="rId35"/>
    <p:sldId id="4828" r:id="rId36"/>
    <p:sldId id="4832" r:id="rId37"/>
    <p:sldId id="4826" r:id="rId38"/>
    <p:sldId id="4830" r:id="rId39"/>
    <p:sldId id="4831" r:id="rId40"/>
    <p:sldId id="4827" r:id="rId41"/>
    <p:sldId id="4804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ks" initials="mk" lastIdx="1" clrIdx="0">
    <p:extLst>
      <p:ext uri="{19B8F6BF-5375-455C-9EA6-DF929625EA0E}">
        <p15:presenceInfo xmlns:p15="http://schemas.microsoft.com/office/powerpoint/2012/main" userId="8d6dc93990208cb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EFE"/>
    <a:srgbClr val="F1F3F4"/>
    <a:srgbClr val="FDAF13"/>
    <a:srgbClr val="09FF32"/>
    <a:srgbClr val="1EABDA"/>
    <a:srgbClr val="4FBFE7"/>
    <a:srgbClr val="FFC000"/>
    <a:srgbClr val="023FA1"/>
    <a:srgbClr val="666666"/>
    <a:srgbClr val="3CC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660"/>
  </p:normalViewPr>
  <p:slideViewPr>
    <p:cSldViewPr snapToGrid="0">
      <p:cViewPr>
        <p:scale>
          <a:sx n="10" d="100"/>
          <a:sy n="10" d="100"/>
        </p:scale>
        <p:origin x="2892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057DD-AA1A-46E8-80CB-7CF8531E4577}" type="datetimeFigureOut">
              <a:rPr lang="fr-MA" smtClean="0"/>
              <a:t>24/02/2025</a:t>
            </a:fld>
            <a:endParaRPr lang="f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4160B-07D3-4F2A-9CB4-0BF4BDF8ECDE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1791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FD54D-C980-42C2-9D7D-B4FA9A5ADA89}" type="slidenum">
              <a:rPr lang="fr-MA" smtClean="0"/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3864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 err="1"/>
              <a:t>Generalement</a:t>
            </a:r>
            <a:r>
              <a:rPr lang="fr-MA" dirty="0"/>
              <a:t> ce sont des </a:t>
            </a:r>
            <a:r>
              <a:rPr lang="fr-MA" dirty="0" err="1"/>
              <a:t>donnees</a:t>
            </a:r>
            <a:r>
              <a:rPr lang="fr-MA" dirty="0"/>
              <a:t> avec des infos sur les recettes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4160B-07D3-4F2A-9CB4-0BF4BDF8ECDE}" type="slidenum">
              <a:rPr lang="fr-MA" smtClean="0"/>
              <a:t>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83450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6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61CF-0906-4F84-AEF5-226476408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0140-52B6-4D23-8111-BCB145DB9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CF11-8934-4994-A986-0032D8B0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3708-FC66-4AC2-B4B8-2C886C1D1D1F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04EE3-79EE-4CD4-8A97-C8AB1316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D338-3B2D-4F04-82C4-BDCD3094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9842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0567-45D6-4A05-910B-6E6A66CD0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0FAD-CDCC-4BE5-9A94-447338A70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D060-E6E2-4F6C-B452-F5B99F6B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261D-B68B-4127-B65C-BF32BA13D627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FDD6D-E68C-4492-9947-370F3B21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00F8C-D699-496A-9956-52CCE2C2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8776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9CC2-D0D2-4DDD-858E-6423F99F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F6B2B-4E38-4364-98A3-11DDFC2B2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BE1B0-36DD-471F-971D-09ADF7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7B77F-152B-4368-B15F-2D9AB0FFAFBB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12D8B-99E2-495A-831B-6095359F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91E5-2456-46A0-8834-C6EF4284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2748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139C-F7F3-41EE-9407-E0C8BCA7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8409-27B7-4F72-A6A8-FCC922656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6C522-46DE-4C29-A423-EB1293264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C6ABE-B29A-4301-B850-8C64F049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67B8-3E8C-4F3B-883D-52F4C4F2BAE9}" type="datetime1">
              <a:rPr lang="fr-MA" smtClean="0"/>
              <a:t>24/02/2025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D2217-C5D1-485E-B33A-11E7CAF8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4AE6A-881F-4D4D-B6EA-D4ACEDB7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1511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4DD4-9D7F-4BE0-BDA8-B5C9933C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DCAB4-387B-4C42-B6B9-4CBA35BC0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F2BDB-F93F-48DA-A848-ACE69DE60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9FB53-976E-443D-B074-877B73242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670F4-368C-419A-A985-127103F29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6244B-8D80-48B1-AB8F-B5422C73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43DA-905A-41EB-BD46-89342F702359}" type="datetime1">
              <a:rPr lang="fr-MA" smtClean="0"/>
              <a:t>24/02/2025</a:t>
            </a:fld>
            <a:endParaRPr lang="fr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0A14B-2D82-4ED1-99A7-B81D7B9A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871F2-E70E-434D-A6EA-88A96252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6637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9465-AD6C-46DB-B82A-05DA6B3B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C8314-9F38-4ABE-B932-3DE0FDFD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8E296-F3C1-4F70-9B0B-76DF59465BEC}" type="datetime1">
              <a:rPr lang="fr-MA" smtClean="0"/>
              <a:t>24/02/2025</a:t>
            </a:fld>
            <a:endParaRPr lang="fr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2E487-115B-488C-868E-B2229E0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A4009-9B65-431C-A3E2-8AFA0133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20070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754FB-4E7B-4943-B4E3-E5F0816B5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6B1B-497E-4F10-83D6-F40498485342}" type="datetime1">
              <a:rPr lang="fr-MA" smtClean="0"/>
              <a:t>24/02/2025</a:t>
            </a:fld>
            <a:endParaRPr lang="fr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2D06C-1ED9-4CC6-A572-13238814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A03D-F197-4C21-AFB8-2129B1CB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6244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4BCB-EB0A-4BCE-A906-267A6CB7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C6B9-F1E7-493D-A82D-33C995333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BD692-699F-49C3-8736-F9F29484D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CA648-EE04-4681-8605-D76B51D5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34610-04F2-47D0-90B7-E2711D2EAAFE}" type="datetime1">
              <a:rPr lang="fr-MA" smtClean="0"/>
              <a:t>24/02/2025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08ECE-BF8C-4348-8047-518EB95D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23360-6421-4BD9-930D-C392D1B6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6317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127D6-AE8B-497E-9944-204C3CA6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202D2-73DC-4E4D-9FCB-77ED80AA2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FBC5D-F069-4AF0-B515-06A36BA34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69E75-F1E3-4036-B80A-B3DC3FE7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67CD-0525-4A73-8896-17E93BBA1768}" type="datetime1">
              <a:rPr lang="fr-MA" smtClean="0"/>
              <a:t>24/02/2025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4EB07-54FC-4CEF-8169-76A40EE3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144DE-4401-4C63-948A-030571B5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64327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FD00-AC1F-49E2-AF4D-0B0F1CE3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7D93A-D8F7-40E6-AE51-A3010C4F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F4391-77E7-4214-BA44-A05D251D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3513F-5D69-4484-B2D8-79032ECDC5F0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6A991-10D9-494D-9F19-62535B4D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030FF-7691-48D1-8624-ADED697B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6488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14D585-33A6-4C0E-AFE4-A77F4F759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C588C-B88B-4473-B7E3-9493ABEC1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AC7B-FAF0-49C8-A63A-092AD8EA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9A0C-0BFE-4769-A72C-A67DB563636C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A8FB-EFEE-4CF6-A8E9-804A9957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2EE03-5C94-4941-81DB-DAF9F624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7039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5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46394E-E26D-4AE3-B1E6-EE3FA722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8AC62-BAC0-49E3-9112-0A24EBAEE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889B9-67B4-4DD1-BA80-ED202B3B7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B9DB3-E938-4A31-B4AE-385055EFF6E5}" type="datetime1">
              <a:rPr lang="fr-MA" smtClean="0"/>
              <a:t>24/02/2025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81FFA-D1BF-4828-9E8A-7547CC1B5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14841-FF83-4E10-A0C1-31BBBEBA6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BFF6F-3430-4EF2-B6B4-8FD77F371378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068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11" Type="http://schemas.openxmlformats.org/officeDocument/2006/relationships/image" Target="../media/image6.gif"/><Relationship Id="rId5" Type="http://schemas.openxmlformats.org/officeDocument/2006/relationships/image" Target="../media/image7.png"/><Relationship Id="rId10" Type="http://schemas.openxmlformats.org/officeDocument/2006/relationships/image" Target="../media/image5.gif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8.png"/><Relationship Id="rId7" Type="http://schemas.openxmlformats.org/officeDocument/2006/relationships/image" Target="../media/image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gif"/><Relationship Id="rId5" Type="http://schemas.openxmlformats.org/officeDocument/2006/relationships/image" Target="../media/image21.gif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1.gif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1.gif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1.gif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1.gif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Faculté des Sciences Ben M'Sick – Faculté des Sciences Ben M'Sick">
            <a:extLst>
              <a:ext uri="{FF2B5EF4-FFF2-40B4-BE49-F238E27FC236}">
                <a16:creationId xmlns:a16="http://schemas.microsoft.com/office/drawing/2014/main" id="{9FCBECF9-AFF6-4BDD-848C-1BF6F141A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826" y="-2736440"/>
            <a:ext cx="2645532" cy="103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9331EFC-FA81-45E1-B46D-94C04C5CB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50" y="-5250428"/>
            <a:ext cx="2116854" cy="211685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74E0915-4317-4CDF-A30D-EF3198264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2283" y="-3554311"/>
            <a:ext cx="1603339" cy="16351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C23BE49-D8E3-44D3-888D-1B911134D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0114" y="-5524593"/>
            <a:ext cx="1629056" cy="162905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3EE18C-A929-4C4B-85FC-62132A0AC8A7}"/>
              </a:ext>
            </a:extLst>
          </p:cNvPr>
          <p:cNvSpPr txBox="1"/>
          <p:nvPr/>
        </p:nvSpPr>
        <p:spPr>
          <a:xfrm>
            <a:off x="0" y="-1179871"/>
            <a:ext cx="12192000" cy="803787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245235" y="4140593"/>
                </a:moveTo>
                <a:cubicBezTo>
                  <a:pt x="7228978" y="4140593"/>
                  <a:pt x="7215466" y="4145978"/>
                  <a:pt x="7204696" y="4156747"/>
                </a:cubicBezTo>
                <a:cubicBezTo>
                  <a:pt x="7193926" y="4167517"/>
                  <a:pt x="7188542" y="4181233"/>
                  <a:pt x="7188542" y="4197895"/>
                </a:cubicBezTo>
                <a:cubicBezTo>
                  <a:pt x="7188542" y="4218622"/>
                  <a:pt x="7197279" y="4234878"/>
                  <a:pt x="7214754" y="4246663"/>
                </a:cubicBezTo>
                <a:lnTo>
                  <a:pt x="7190371" y="4355172"/>
                </a:lnTo>
                <a:lnTo>
                  <a:pt x="7245235" y="4355172"/>
                </a:lnTo>
                <a:lnTo>
                  <a:pt x="7279981" y="4268609"/>
                </a:lnTo>
                <a:cubicBezTo>
                  <a:pt x="7288109" y="4248289"/>
                  <a:pt x="7293697" y="4233455"/>
                  <a:pt x="7296745" y="4224108"/>
                </a:cubicBezTo>
                <a:cubicBezTo>
                  <a:pt x="7299793" y="4214761"/>
                  <a:pt x="7301318" y="4206023"/>
                  <a:pt x="7301318" y="4197895"/>
                </a:cubicBezTo>
                <a:cubicBezTo>
                  <a:pt x="7301318" y="4181233"/>
                  <a:pt x="7296034" y="4167517"/>
                  <a:pt x="7285468" y="4156747"/>
                </a:cubicBezTo>
                <a:cubicBezTo>
                  <a:pt x="7274902" y="4145978"/>
                  <a:pt x="7261491" y="4140593"/>
                  <a:pt x="7245235" y="4140593"/>
                </a:cubicBezTo>
                <a:close/>
                <a:moveTo>
                  <a:pt x="4954815" y="4100969"/>
                </a:moveTo>
                <a:lnTo>
                  <a:pt x="4967007" y="4100969"/>
                </a:lnTo>
                <a:lnTo>
                  <a:pt x="4967007" y="4157662"/>
                </a:lnTo>
                <a:cubicBezTo>
                  <a:pt x="4963349" y="4164977"/>
                  <a:pt x="4958574" y="4170870"/>
                  <a:pt x="4952682" y="4175340"/>
                </a:cubicBezTo>
                <a:cubicBezTo>
                  <a:pt x="4946790" y="4179811"/>
                  <a:pt x="4940388" y="4182046"/>
                  <a:pt x="4933479" y="4182046"/>
                </a:cubicBezTo>
                <a:cubicBezTo>
                  <a:pt x="4925352" y="4182046"/>
                  <a:pt x="4919052" y="4178795"/>
                  <a:pt x="4914582" y="4172292"/>
                </a:cubicBezTo>
                <a:cubicBezTo>
                  <a:pt x="4910111" y="4165790"/>
                  <a:pt x="4907876" y="4156646"/>
                  <a:pt x="4907876" y="4144860"/>
                </a:cubicBezTo>
                <a:cubicBezTo>
                  <a:pt x="4907876" y="4129823"/>
                  <a:pt x="4911635" y="4118749"/>
                  <a:pt x="4919154" y="4111637"/>
                </a:cubicBezTo>
                <a:cubicBezTo>
                  <a:pt x="4926672" y="4104525"/>
                  <a:pt x="4938559" y="4100969"/>
                  <a:pt x="4954815" y="4100969"/>
                </a:cubicBezTo>
                <a:close/>
                <a:moveTo>
                  <a:pt x="3507016" y="4100969"/>
                </a:moveTo>
                <a:lnTo>
                  <a:pt x="3519208" y="4100969"/>
                </a:lnTo>
                <a:lnTo>
                  <a:pt x="3519208" y="4157662"/>
                </a:lnTo>
                <a:cubicBezTo>
                  <a:pt x="3515550" y="4164977"/>
                  <a:pt x="3510775" y="4170870"/>
                  <a:pt x="3504882" y="4175340"/>
                </a:cubicBezTo>
                <a:cubicBezTo>
                  <a:pt x="3498990" y="4179811"/>
                  <a:pt x="3492589" y="4182046"/>
                  <a:pt x="3485680" y="4182046"/>
                </a:cubicBezTo>
                <a:cubicBezTo>
                  <a:pt x="3477552" y="4182046"/>
                  <a:pt x="3471253" y="4178795"/>
                  <a:pt x="3466783" y="4172292"/>
                </a:cubicBezTo>
                <a:cubicBezTo>
                  <a:pt x="3462311" y="4165790"/>
                  <a:pt x="3460077" y="4156646"/>
                  <a:pt x="3460077" y="4144860"/>
                </a:cubicBezTo>
                <a:cubicBezTo>
                  <a:pt x="3460077" y="4129823"/>
                  <a:pt x="3463836" y="4118749"/>
                  <a:pt x="3471354" y="4111637"/>
                </a:cubicBezTo>
                <a:cubicBezTo>
                  <a:pt x="3478873" y="4104525"/>
                  <a:pt x="3490760" y="4100969"/>
                  <a:pt x="3507016" y="4100969"/>
                </a:cubicBezTo>
                <a:close/>
                <a:moveTo>
                  <a:pt x="9807536" y="4013796"/>
                </a:moveTo>
                <a:lnTo>
                  <a:pt x="9807536" y="4095483"/>
                </a:lnTo>
                <a:lnTo>
                  <a:pt x="9992854" y="4095483"/>
                </a:lnTo>
                <a:lnTo>
                  <a:pt x="9992854" y="4013796"/>
                </a:lnTo>
                <a:close/>
                <a:moveTo>
                  <a:pt x="4195864" y="3986974"/>
                </a:moveTo>
                <a:cubicBezTo>
                  <a:pt x="4210087" y="3986974"/>
                  <a:pt x="4220450" y="3994187"/>
                  <a:pt x="4226953" y="4008615"/>
                </a:cubicBezTo>
                <a:cubicBezTo>
                  <a:pt x="4233456" y="4023042"/>
                  <a:pt x="4236706" y="4047934"/>
                  <a:pt x="4236706" y="4083291"/>
                </a:cubicBezTo>
                <a:cubicBezTo>
                  <a:pt x="4236706" y="4118241"/>
                  <a:pt x="4233456" y="4143031"/>
                  <a:pt x="4226953" y="4157662"/>
                </a:cubicBezTo>
                <a:cubicBezTo>
                  <a:pt x="4220450" y="4172292"/>
                  <a:pt x="4210087" y="4179607"/>
                  <a:pt x="4195864" y="4179607"/>
                </a:cubicBezTo>
                <a:cubicBezTo>
                  <a:pt x="4181234" y="4179607"/>
                  <a:pt x="4170769" y="4172394"/>
                  <a:pt x="4164469" y="4157967"/>
                </a:cubicBezTo>
                <a:cubicBezTo>
                  <a:pt x="4158170" y="4143539"/>
                  <a:pt x="4155021" y="4118444"/>
                  <a:pt x="4155021" y="4082681"/>
                </a:cubicBezTo>
                <a:cubicBezTo>
                  <a:pt x="4155021" y="4048137"/>
                  <a:pt x="4158272" y="4023550"/>
                  <a:pt x="4164774" y="4008919"/>
                </a:cubicBezTo>
                <a:cubicBezTo>
                  <a:pt x="4171276" y="3994289"/>
                  <a:pt x="4181640" y="3986974"/>
                  <a:pt x="4195864" y="3986974"/>
                </a:cubicBezTo>
                <a:close/>
                <a:moveTo>
                  <a:pt x="2957614" y="3986974"/>
                </a:moveTo>
                <a:cubicBezTo>
                  <a:pt x="2971838" y="3986974"/>
                  <a:pt x="2982201" y="3994187"/>
                  <a:pt x="2988704" y="4008615"/>
                </a:cubicBezTo>
                <a:cubicBezTo>
                  <a:pt x="2995206" y="4023042"/>
                  <a:pt x="2998457" y="4047934"/>
                  <a:pt x="2998457" y="4083291"/>
                </a:cubicBezTo>
                <a:cubicBezTo>
                  <a:pt x="2998457" y="4118241"/>
                  <a:pt x="2995206" y="4143031"/>
                  <a:pt x="2988704" y="4157662"/>
                </a:cubicBezTo>
                <a:cubicBezTo>
                  <a:pt x="2982201" y="4172292"/>
                  <a:pt x="2971838" y="4179607"/>
                  <a:pt x="2957614" y="4179607"/>
                </a:cubicBezTo>
                <a:cubicBezTo>
                  <a:pt x="2942984" y="4179607"/>
                  <a:pt x="2932519" y="4172394"/>
                  <a:pt x="2926219" y="4157967"/>
                </a:cubicBezTo>
                <a:cubicBezTo>
                  <a:pt x="2919921" y="4143539"/>
                  <a:pt x="2916770" y="4118444"/>
                  <a:pt x="2916770" y="4082681"/>
                </a:cubicBezTo>
                <a:cubicBezTo>
                  <a:pt x="2916770" y="4048137"/>
                  <a:pt x="2920022" y="4023550"/>
                  <a:pt x="2926525" y="4008919"/>
                </a:cubicBezTo>
                <a:cubicBezTo>
                  <a:pt x="2933027" y="3994289"/>
                  <a:pt x="2943390" y="3986974"/>
                  <a:pt x="2957614" y="3986974"/>
                </a:cubicBezTo>
                <a:close/>
                <a:moveTo>
                  <a:pt x="2461933" y="3986364"/>
                </a:moveTo>
                <a:cubicBezTo>
                  <a:pt x="2473718" y="3986364"/>
                  <a:pt x="2482660" y="3993070"/>
                  <a:pt x="2488756" y="4006481"/>
                </a:cubicBezTo>
                <a:cubicBezTo>
                  <a:pt x="2494851" y="4019892"/>
                  <a:pt x="2497899" y="4045495"/>
                  <a:pt x="2497899" y="4083291"/>
                </a:cubicBezTo>
                <a:cubicBezTo>
                  <a:pt x="2497899" y="4147502"/>
                  <a:pt x="2484285" y="4179607"/>
                  <a:pt x="2457056" y="4179607"/>
                </a:cubicBezTo>
                <a:cubicBezTo>
                  <a:pt x="2443645" y="4179607"/>
                  <a:pt x="2431859" y="4171886"/>
                  <a:pt x="2421699" y="4156443"/>
                </a:cubicBezTo>
                <a:lnTo>
                  <a:pt x="2421699" y="4018063"/>
                </a:lnTo>
                <a:cubicBezTo>
                  <a:pt x="2433079" y="3996931"/>
                  <a:pt x="2446490" y="3986364"/>
                  <a:pt x="2461933" y="3986364"/>
                </a:cubicBezTo>
                <a:close/>
                <a:moveTo>
                  <a:pt x="8726105" y="3977830"/>
                </a:moveTo>
                <a:cubicBezTo>
                  <a:pt x="8739923" y="3977830"/>
                  <a:pt x="8749574" y="3983621"/>
                  <a:pt x="8755061" y="3995203"/>
                </a:cubicBezTo>
                <a:cubicBezTo>
                  <a:pt x="8760547" y="4006786"/>
                  <a:pt x="8763290" y="4024363"/>
                  <a:pt x="8763290" y="4047934"/>
                </a:cubicBezTo>
                <a:lnTo>
                  <a:pt x="8763290" y="4052201"/>
                </a:lnTo>
                <a:lnTo>
                  <a:pt x="8685262" y="4052201"/>
                </a:lnTo>
                <a:cubicBezTo>
                  <a:pt x="8686888" y="4024159"/>
                  <a:pt x="8690952" y="4004754"/>
                  <a:pt x="8697454" y="3993984"/>
                </a:cubicBezTo>
                <a:cubicBezTo>
                  <a:pt x="8703956" y="3983215"/>
                  <a:pt x="8713506" y="3977830"/>
                  <a:pt x="8726105" y="3977830"/>
                </a:cubicBezTo>
                <a:close/>
                <a:moveTo>
                  <a:pt x="5544755" y="3977830"/>
                </a:moveTo>
                <a:cubicBezTo>
                  <a:pt x="5558572" y="3977830"/>
                  <a:pt x="5568225" y="3983621"/>
                  <a:pt x="5573711" y="3995203"/>
                </a:cubicBezTo>
                <a:cubicBezTo>
                  <a:pt x="5579197" y="4006786"/>
                  <a:pt x="5581941" y="4024363"/>
                  <a:pt x="5581941" y="4047934"/>
                </a:cubicBezTo>
                <a:lnTo>
                  <a:pt x="5581941" y="4052201"/>
                </a:lnTo>
                <a:lnTo>
                  <a:pt x="5503912" y="4052201"/>
                </a:lnTo>
                <a:cubicBezTo>
                  <a:pt x="5505537" y="4024159"/>
                  <a:pt x="5509602" y="4004754"/>
                  <a:pt x="5516105" y="3993984"/>
                </a:cubicBezTo>
                <a:cubicBezTo>
                  <a:pt x="5522606" y="3983215"/>
                  <a:pt x="5532157" y="3977830"/>
                  <a:pt x="5544755" y="3977830"/>
                </a:cubicBezTo>
                <a:close/>
                <a:moveTo>
                  <a:pt x="1429956" y="3977830"/>
                </a:moveTo>
                <a:cubicBezTo>
                  <a:pt x="1443774" y="3977830"/>
                  <a:pt x="1453426" y="3983621"/>
                  <a:pt x="1458912" y="3995203"/>
                </a:cubicBezTo>
                <a:cubicBezTo>
                  <a:pt x="1464399" y="4006786"/>
                  <a:pt x="1467141" y="4024363"/>
                  <a:pt x="1467141" y="4047934"/>
                </a:cubicBezTo>
                <a:lnTo>
                  <a:pt x="1467141" y="4052201"/>
                </a:lnTo>
                <a:lnTo>
                  <a:pt x="1389113" y="4052201"/>
                </a:lnTo>
                <a:cubicBezTo>
                  <a:pt x="1390739" y="4024159"/>
                  <a:pt x="1394803" y="4004754"/>
                  <a:pt x="1401305" y="3993984"/>
                </a:cubicBezTo>
                <a:cubicBezTo>
                  <a:pt x="1407807" y="3983215"/>
                  <a:pt x="1417358" y="3977830"/>
                  <a:pt x="1429956" y="3977830"/>
                </a:cubicBezTo>
                <a:close/>
                <a:moveTo>
                  <a:pt x="5093194" y="3920527"/>
                </a:moveTo>
                <a:lnTo>
                  <a:pt x="5182806" y="4245444"/>
                </a:lnTo>
                <a:lnTo>
                  <a:pt x="5308383" y="4245444"/>
                </a:lnTo>
                <a:lnTo>
                  <a:pt x="5396166" y="3920527"/>
                </a:lnTo>
                <a:lnTo>
                  <a:pt x="5291314" y="3920527"/>
                </a:lnTo>
                <a:lnTo>
                  <a:pt x="5246204" y="4166806"/>
                </a:lnTo>
                <a:lnTo>
                  <a:pt x="5204751" y="3920527"/>
                </a:lnTo>
                <a:close/>
                <a:moveTo>
                  <a:pt x="3896779" y="3920527"/>
                </a:moveTo>
                <a:lnTo>
                  <a:pt x="3896779" y="4245444"/>
                </a:lnTo>
                <a:lnTo>
                  <a:pt x="4002849" y="4245444"/>
                </a:lnTo>
                <a:lnTo>
                  <a:pt x="4002849" y="3920527"/>
                </a:lnTo>
                <a:close/>
                <a:moveTo>
                  <a:pt x="1992922" y="3920527"/>
                </a:moveTo>
                <a:lnTo>
                  <a:pt x="2075218" y="4074756"/>
                </a:lnTo>
                <a:lnTo>
                  <a:pt x="1984997" y="4245444"/>
                </a:lnTo>
                <a:lnTo>
                  <a:pt x="2096554" y="4245444"/>
                </a:lnTo>
                <a:lnTo>
                  <a:pt x="2136787" y="4127791"/>
                </a:lnTo>
                <a:lnTo>
                  <a:pt x="2179460" y="4245444"/>
                </a:lnTo>
                <a:lnTo>
                  <a:pt x="2294064" y="4245444"/>
                </a:lnTo>
                <a:lnTo>
                  <a:pt x="2202624" y="4071708"/>
                </a:lnTo>
                <a:lnTo>
                  <a:pt x="2278215" y="3920527"/>
                </a:lnTo>
                <a:lnTo>
                  <a:pt x="2169706" y="3920527"/>
                </a:lnTo>
                <a:lnTo>
                  <a:pt x="2139225" y="4021721"/>
                </a:lnTo>
                <a:lnTo>
                  <a:pt x="2105698" y="3920527"/>
                </a:lnTo>
                <a:close/>
                <a:moveTo>
                  <a:pt x="3320478" y="3910774"/>
                </a:moveTo>
                <a:cubicBezTo>
                  <a:pt x="3303410" y="3910774"/>
                  <a:pt x="3288373" y="3916463"/>
                  <a:pt x="3275368" y="3927843"/>
                </a:cubicBezTo>
                <a:cubicBezTo>
                  <a:pt x="3262363" y="3939222"/>
                  <a:pt x="3252203" y="3955275"/>
                  <a:pt x="3244888" y="3976001"/>
                </a:cubicBezTo>
                <a:lnTo>
                  <a:pt x="3236963" y="3920527"/>
                </a:lnTo>
                <a:lnTo>
                  <a:pt x="3144304" y="3920527"/>
                </a:lnTo>
                <a:lnTo>
                  <a:pt x="3144304" y="4245444"/>
                </a:lnTo>
                <a:lnTo>
                  <a:pt x="3250374" y="4245444"/>
                </a:lnTo>
                <a:lnTo>
                  <a:pt x="3250374" y="4083291"/>
                </a:lnTo>
                <a:cubicBezTo>
                  <a:pt x="3255251" y="4060532"/>
                  <a:pt x="3261753" y="4043362"/>
                  <a:pt x="3269882" y="4031779"/>
                </a:cubicBezTo>
                <a:cubicBezTo>
                  <a:pt x="3278010" y="4020197"/>
                  <a:pt x="3290202" y="4014406"/>
                  <a:pt x="3306458" y="4014406"/>
                </a:cubicBezTo>
                <a:cubicBezTo>
                  <a:pt x="3314992" y="4014406"/>
                  <a:pt x="3323526" y="4015625"/>
                  <a:pt x="3332061" y="4018063"/>
                </a:cubicBezTo>
                <a:lnTo>
                  <a:pt x="3349129" y="3916260"/>
                </a:lnTo>
                <a:cubicBezTo>
                  <a:pt x="3339376" y="3912603"/>
                  <a:pt x="3329826" y="3910774"/>
                  <a:pt x="3320478" y="3910774"/>
                </a:cubicBezTo>
                <a:close/>
                <a:moveTo>
                  <a:pt x="8724886" y="3909555"/>
                </a:moveTo>
                <a:cubicBezTo>
                  <a:pt x="8693593" y="3909555"/>
                  <a:pt x="8667076" y="3917073"/>
                  <a:pt x="8645333" y="3932110"/>
                </a:cubicBezTo>
                <a:cubicBezTo>
                  <a:pt x="8623590" y="3947147"/>
                  <a:pt x="8607233" y="3967873"/>
                  <a:pt x="8596260" y="3994289"/>
                </a:cubicBezTo>
                <a:cubicBezTo>
                  <a:pt x="8585288" y="4020705"/>
                  <a:pt x="8579801" y="4050779"/>
                  <a:pt x="8579801" y="4084510"/>
                </a:cubicBezTo>
                <a:cubicBezTo>
                  <a:pt x="8579801" y="4137342"/>
                  <a:pt x="8593009" y="4179201"/>
                  <a:pt x="8619425" y="4210087"/>
                </a:cubicBezTo>
                <a:cubicBezTo>
                  <a:pt x="8645840" y="4240974"/>
                  <a:pt x="8684450" y="4256417"/>
                  <a:pt x="8735249" y="4256417"/>
                </a:cubicBezTo>
                <a:cubicBezTo>
                  <a:pt x="8781578" y="4256417"/>
                  <a:pt x="8821812" y="4241177"/>
                  <a:pt x="8855950" y="4210697"/>
                </a:cubicBezTo>
                <a:lnTo>
                  <a:pt x="8813278" y="4153395"/>
                </a:lnTo>
                <a:cubicBezTo>
                  <a:pt x="8800273" y="4162742"/>
                  <a:pt x="8788386" y="4169549"/>
                  <a:pt x="8777616" y="4173816"/>
                </a:cubicBezTo>
                <a:cubicBezTo>
                  <a:pt x="8766846" y="4178083"/>
                  <a:pt x="8755772" y="4180217"/>
                  <a:pt x="8744393" y="4180217"/>
                </a:cubicBezTo>
                <a:cubicBezTo>
                  <a:pt x="8726512" y="4180217"/>
                  <a:pt x="8712896" y="4175543"/>
                  <a:pt x="8703550" y="4166196"/>
                </a:cubicBezTo>
                <a:cubicBezTo>
                  <a:pt x="8694203" y="4156849"/>
                  <a:pt x="8688310" y="4139374"/>
                  <a:pt x="8685872" y="4113771"/>
                </a:cubicBezTo>
                <a:lnTo>
                  <a:pt x="8865094" y="4113771"/>
                </a:lnTo>
                <a:cubicBezTo>
                  <a:pt x="8866720" y="4099953"/>
                  <a:pt x="8867532" y="4087964"/>
                  <a:pt x="8867532" y="4077804"/>
                </a:cubicBezTo>
                <a:cubicBezTo>
                  <a:pt x="8867532" y="4023753"/>
                  <a:pt x="8854730" y="3982199"/>
                  <a:pt x="8829127" y="3953141"/>
                </a:cubicBezTo>
                <a:cubicBezTo>
                  <a:pt x="8803524" y="3924083"/>
                  <a:pt x="8768777" y="3909555"/>
                  <a:pt x="8724886" y="3909555"/>
                </a:cubicBezTo>
                <a:close/>
                <a:moveTo>
                  <a:pt x="5865176" y="3909555"/>
                </a:moveTo>
                <a:cubicBezTo>
                  <a:pt x="5834289" y="3909555"/>
                  <a:pt x="5807366" y="3916768"/>
                  <a:pt x="5784404" y="3931195"/>
                </a:cubicBezTo>
                <a:cubicBezTo>
                  <a:pt x="5761443" y="3945623"/>
                  <a:pt x="5743764" y="3966146"/>
                  <a:pt x="5731369" y="3992765"/>
                </a:cubicBezTo>
                <a:cubicBezTo>
                  <a:pt x="5718974" y="4019384"/>
                  <a:pt x="5712776" y="4050372"/>
                  <a:pt x="5712776" y="4085729"/>
                </a:cubicBezTo>
                <a:cubicBezTo>
                  <a:pt x="5712776" y="4139374"/>
                  <a:pt x="5726391" y="4181233"/>
                  <a:pt x="5753619" y="4211307"/>
                </a:cubicBezTo>
                <a:cubicBezTo>
                  <a:pt x="5780849" y="4241380"/>
                  <a:pt x="5818644" y="4256417"/>
                  <a:pt x="5867005" y="4256417"/>
                </a:cubicBezTo>
                <a:cubicBezTo>
                  <a:pt x="5906426" y="4256417"/>
                  <a:pt x="5940767" y="4243412"/>
                  <a:pt x="5970028" y="4217403"/>
                </a:cubicBezTo>
                <a:lnTo>
                  <a:pt x="5924308" y="4155223"/>
                </a:lnTo>
                <a:cubicBezTo>
                  <a:pt x="5913741" y="4162132"/>
                  <a:pt x="5904800" y="4167111"/>
                  <a:pt x="5897485" y="4170159"/>
                </a:cubicBezTo>
                <a:cubicBezTo>
                  <a:pt x="5890170" y="4173207"/>
                  <a:pt x="5882245" y="4174731"/>
                  <a:pt x="5873711" y="4174731"/>
                </a:cubicBezTo>
                <a:cubicBezTo>
                  <a:pt x="5857454" y="4174731"/>
                  <a:pt x="5844958" y="4168228"/>
                  <a:pt x="5836221" y="4155223"/>
                </a:cubicBezTo>
                <a:cubicBezTo>
                  <a:pt x="5827483" y="4142219"/>
                  <a:pt x="5823114" y="4118851"/>
                  <a:pt x="5823114" y="4085119"/>
                </a:cubicBezTo>
                <a:cubicBezTo>
                  <a:pt x="5823114" y="4049763"/>
                  <a:pt x="5827381" y="4024972"/>
                  <a:pt x="5835915" y="4010748"/>
                </a:cubicBezTo>
                <a:cubicBezTo>
                  <a:pt x="5844450" y="3996524"/>
                  <a:pt x="5857251" y="3989412"/>
                  <a:pt x="5874320" y="3989412"/>
                </a:cubicBezTo>
                <a:cubicBezTo>
                  <a:pt x="5890982" y="3989412"/>
                  <a:pt x="5908255" y="3996524"/>
                  <a:pt x="5926136" y="4010748"/>
                </a:cubicBezTo>
                <a:lnTo>
                  <a:pt x="5970028" y="3951007"/>
                </a:lnTo>
                <a:cubicBezTo>
                  <a:pt x="5955397" y="3937190"/>
                  <a:pt x="5939547" y="3926827"/>
                  <a:pt x="5922479" y="3919918"/>
                </a:cubicBezTo>
                <a:cubicBezTo>
                  <a:pt x="5905410" y="3913009"/>
                  <a:pt x="5886309" y="3909555"/>
                  <a:pt x="5865176" y="3909555"/>
                </a:cubicBezTo>
                <a:close/>
                <a:moveTo>
                  <a:pt x="5543537" y="3909555"/>
                </a:moveTo>
                <a:cubicBezTo>
                  <a:pt x="5512243" y="3909555"/>
                  <a:pt x="5485726" y="3917073"/>
                  <a:pt x="5463983" y="3932110"/>
                </a:cubicBezTo>
                <a:cubicBezTo>
                  <a:pt x="5442241" y="3947147"/>
                  <a:pt x="5425883" y="3967873"/>
                  <a:pt x="5414910" y="3994289"/>
                </a:cubicBezTo>
                <a:cubicBezTo>
                  <a:pt x="5403938" y="4020705"/>
                  <a:pt x="5398451" y="4050779"/>
                  <a:pt x="5398451" y="4084510"/>
                </a:cubicBezTo>
                <a:cubicBezTo>
                  <a:pt x="5398451" y="4137342"/>
                  <a:pt x="5411659" y="4179201"/>
                  <a:pt x="5438075" y="4210087"/>
                </a:cubicBezTo>
                <a:cubicBezTo>
                  <a:pt x="5464492" y="4240974"/>
                  <a:pt x="5503099" y="4256417"/>
                  <a:pt x="5553899" y="4256417"/>
                </a:cubicBezTo>
                <a:cubicBezTo>
                  <a:pt x="5600229" y="4256417"/>
                  <a:pt x="5640462" y="4241177"/>
                  <a:pt x="5674600" y="4210697"/>
                </a:cubicBezTo>
                <a:lnTo>
                  <a:pt x="5631928" y="4153395"/>
                </a:lnTo>
                <a:cubicBezTo>
                  <a:pt x="5618923" y="4162742"/>
                  <a:pt x="5607036" y="4169549"/>
                  <a:pt x="5596267" y="4173816"/>
                </a:cubicBezTo>
                <a:cubicBezTo>
                  <a:pt x="5585497" y="4178083"/>
                  <a:pt x="5574422" y="4180217"/>
                  <a:pt x="5563044" y="4180217"/>
                </a:cubicBezTo>
                <a:cubicBezTo>
                  <a:pt x="5545162" y="4180217"/>
                  <a:pt x="5531547" y="4175543"/>
                  <a:pt x="5522200" y="4166196"/>
                </a:cubicBezTo>
                <a:cubicBezTo>
                  <a:pt x="5512853" y="4156849"/>
                  <a:pt x="5506960" y="4139374"/>
                  <a:pt x="5504522" y="4113771"/>
                </a:cubicBezTo>
                <a:lnTo>
                  <a:pt x="5683744" y="4113771"/>
                </a:lnTo>
                <a:cubicBezTo>
                  <a:pt x="5685370" y="4099953"/>
                  <a:pt x="5686183" y="4087964"/>
                  <a:pt x="5686183" y="4077804"/>
                </a:cubicBezTo>
                <a:cubicBezTo>
                  <a:pt x="5686183" y="4023753"/>
                  <a:pt x="5673381" y="3982199"/>
                  <a:pt x="5647777" y="3953141"/>
                </a:cubicBezTo>
                <a:cubicBezTo>
                  <a:pt x="5622175" y="3924083"/>
                  <a:pt x="5587427" y="3909555"/>
                  <a:pt x="5543537" y="3909555"/>
                </a:cubicBezTo>
                <a:close/>
                <a:moveTo>
                  <a:pt x="4942624" y="3909555"/>
                </a:moveTo>
                <a:cubicBezTo>
                  <a:pt x="4923929" y="3909555"/>
                  <a:pt x="4904117" y="3911688"/>
                  <a:pt x="4883188" y="3915955"/>
                </a:cubicBezTo>
                <a:cubicBezTo>
                  <a:pt x="4862258" y="3920223"/>
                  <a:pt x="4842852" y="3926420"/>
                  <a:pt x="4824970" y="3934548"/>
                </a:cubicBezTo>
                <a:lnTo>
                  <a:pt x="4848135" y="4001604"/>
                </a:lnTo>
                <a:cubicBezTo>
                  <a:pt x="4879022" y="3990631"/>
                  <a:pt x="4904218" y="3985145"/>
                  <a:pt x="4923726" y="3985145"/>
                </a:cubicBezTo>
                <a:cubicBezTo>
                  <a:pt x="4940388" y="3985145"/>
                  <a:pt x="4951767" y="3988396"/>
                  <a:pt x="4957864" y="3994899"/>
                </a:cubicBezTo>
                <a:cubicBezTo>
                  <a:pt x="4963959" y="4001401"/>
                  <a:pt x="4967007" y="4013796"/>
                  <a:pt x="4967007" y="4032084"/>
                </a:cubicBezTo>
                <a:lnTo>
                  <a:pt x="4967007" y="4044276"/>
                </a:lnTo>
                <a:lnTo>
                  <a:pt x="4945671" y="4044276"/>
                </a:lnTo>
                <a:cubicBezTo>
                  <a:pt x="4899748" y="4044276"/>
                  <a:pt x="4864696" y="4053725"/>
                  <a:pt x="4840515" y="4072623"/>
                </a:cubicBezTo>
                <a:cubicBezTo>
                  <a:pt x="4816334" y="4091520"/>
                  <a:pt x="4804244" y="4118851"/>
                  <a:pt x="4804244" y="4154614"/>
                </a:cubicBezTo>
                <a:cubicBezTo>
                  <a:pt x="4804244" y="4185094"/>
                  <a:pt x="4812982" y="4209681"/>
                  <a:pt x="4830457" y="4228375"/>
                </a:cubicBezTo>
                <a:cubicBezTo>
                  <a:pt x="4847932" y="4247070"/>
                  <a:pt x="4871300" y="4256417"/>
                  <a:pt x="4900561" y="4256417"/>
                </a:cubicBezTo>
                <a:cubicBezTo>
                  <a:pt x="4939169" y="4256417"/>
                  <a:pt x="4968633" y="4240771"/>
                  <a:pt x="4988953" y="4209478"/>
                </a:cubicBezTo>
                <a:cubicBezTo>
                  <a:pt x="4996269" y="4224515"/>
                  <a:pt x="5006123" y="4235386"/>
                  <a:pt x="5018518" y="4242091"/>
                </a:cubicBezTo>
                <a:cubicBezTo>
                  <a:pt x="5030914" y="4248797"/>
                  <a:pt x="5047068" y="4252963"/>
                  <a:pt x="5066982" y="4254588"/>
                </a:cubicBezTo>
                <a:lnTo>
                  <a:pt x="5088318" y="4185703"/>
                </a:lnTo>
                <a:cubicBezTo>
                  <a:pt x="5081409" y="4182859"/>
                  <a:pt x="5076735" y="4178998"/>
                  <a:pt x="5074297" y="4174121"/>
                </a:cubicBezTo>
                <a:cubicBezTo>
                  <a:pt x="5071858" y="4169244"/>
                  <a:pt x="5070640" y="4161319"/>
                  <a:pt x="5070640" y="4150347"/>
                </a:cubicBezTo>
                <a:lnTo>
                  <a:pt x="5070640" y="4025988"/>
                </a:lnTo>
                <a:cubicBezTo>
                  <a:pt x="5070640" y="3986161"/>
                  <a:pt x="5060276" y="3956799"/>
                  <a:pt x="5039550" y="3937901"/>
                </a:cubicBezTo>
                <a:cubicBezTo>
                  <a:pt x="5018823" y="3919003"/>
                  <a:pt x="4986515" y="3909555"/>
                  <a:pt x="4942624" y="3909555"/>
                </a:cubicBezTo>
                <a:close/>
                <a:moveTo>
                  <a:pt x="4570310" y="3909555"/>
                </a:moveTo>
                <a:cubicBezTo>
                  <a:pt x="4552428" y="3909555"/>
                  <a:pt x="4536477" y="3913415"/>
                  <a:pt x="4522456" y="3921137"/>
                </a:cubicBezTo>
                <a:cubicBezTo>
                  <a:pt x="4508435" y="3928859"/>
                  <a:pt x="4495126" y="3940644"/>
                  <a:pt x="4482528" y="3956494"/>
                </a:cubicBezTo>
                <a:lnTo>
                  <a:pt x="4475212" y="3920527"/>
                </a:lnTo>
                <a:lnTo>
                  <a:pt x="4382553" y="3920527"/>
                </a:lnTo>
                <a:lnTo>
                  <a:pt x="4382553" y="4245444"/>
                </a:lnTo>
                <a:lnTo>
                  <a:pt x="4488623" y="4245444"/>
                </a:lnTo>
                <a:lnTo>
                  <a:pt x="4488623" y="4022940"/>
                </a:lnTo>
                <a:cubicBezTo>
                  <a:pt x="4502441" y="4000182"/>
                  <a:pt x="4515242" y="3988803"/>
                  <a:pt x="4527028" y="3988803"/>
                </a:cubicBezTo>
                <a:cubicBezTo>
                  <a:pt x="4532718" y="3988803"/>
                  <a:pt x="4537087" y="3991038"/>
                  <a:pt x="4540134" y="3995508"/>
                </a:cubicBezTo>
                <a:cubicBezTo>
                  <a:pt x="4543183" y="3999979"/>
                  <a:pt x="4544707" y="4007497"/>
                  <a:pt x="4544707" y="4018063"/>
                </a:cubicBezTo>
                <a:lnTo>
                  <a:pt x="4544707" y="4245444"/>
                </a:lnTo>
                <a:lnTo>
                  <a:pt x="4650777" y="4245444"/>
                </a:lnTo>
                <a:lnTo>
                  <a:pt x="4650777" y="4004043"/>
                </a:lnTo>
                <a:cubicBezTo>
                  <a:pt x="4650777" y="3974375"/>
                  <a:pt x="4643665" y="3951211"/>
                  <a:pt x="4629442" y="3934548"/>
                </a:cubicBezTo>
                <a:cubicBezTo>
                  <a:pt x="4615217" y="3917886"/>
                  <a:pt x="4595507" y="3909555"/>
                  <a:pt x="4570310" y="3909555"/>
                </a:cubicBezTo>
                <a:close/>
                <a:moveTo>
                  <a:pt x="4195864" y="3909555"/>
                </a:moveTo>
                <a:cubicBezTo>
                  <a:pt x="4149128" y="3909555"/>
                  <a:pt x="4112450" y="3924795"/>
                  <a:pt x="4085831" y="3955275"/>
                </a:cubicBezTo>
                <a:cubicBezTo>
                  <a:pt x="4059212" y="3985755"/>
                  <a:pt x="4045902" y="4028223"/>
                  <a:pt x="4045902" y="4082681"/>
                </a:cubicBezTo>
                <a:cubicBezTo>
                  <a:pt x="4045902" y="4139577"/>
                  <a:pt x="4059110" y="4182757"/>
                  <a:pt x="4085527" y="4212221"/>
                </a:cubicBezTo>
                <a:cubicBezTo>
                  <a:pt x="4111942" y="4241685"/>
                  <a:pt x="4148722" y="4256417"/>
                  <a:pt x="4195864" y="4256417"/>
                </a:cubicBezTo>
                <a:cubicBezTo>
                  <a:pt x="4242599" y="4256417"/>
                  <a:pt x="4279277" y="4241177"/>
                  <a:pt x="4305896" y="4210697"/>
                </a:cubicBezTo>
                <a:cubicBezTo>
                  <a:pt x="4332515" y="4180217"/>
                  <a:pt x="4345825" y="4137748"/>
                  <a:pt x="4345825" y="4083291"/>
                </a:cubicBezTo>
                <a:cubicBezTo>
                  <a:pt x="4345825" y="4026395"/>
                  <a:pt x="4332515" y="3983215"/>
                  <a:pt x="4305896" y="3953751"/>
                </a:cubicBezTo>
                <a:cubicBezTo>
                  <a:pt x="4279277" y="3924287"/>
                  <a:pt x="4242599" y="3909555"/>
                  <a:pt x="4195864" y="3909555"/>
                </a:cubicBezTo>
                <a:close/>
                <a:moveTo>
                  <a:pt x="3494824" y="3909555"/>
                </a:moveTo>
                <a:cubicBezTo>
                  <a:pt x="3476130" y="3909555"/>
                  <a:pt x="3456317" y="3911688"/>
                  <a:pt x="3435388" y="3915955"/>
                </a:cubicBezTo>
                <a:cubicBezTo>
                  <a:pt x="3414458" y="3920223"/>
                  <a:pt x="3395053" y="3926420"/>
                  <a:pt x="3377171" y="3934548"/>
                </a:cubicBezTo>
                <a:lnTo>
                  <a:pt x="3400336" y="4001604"/>
                </a:lnTo>
                <a:cubicBezTo>
                  <a:pt x="3431223" y="3990631"/>
                  <a:pt x="3456419" y="3985145"/>
                  <a:pt x="3475926" y="3985145"/>
                </a:cubicBezTo>
                <a:cubicBezTo>
                  <a:pt x="3492589" y="3985145"/>
                  <a:pt x="3503968" y="3988396"/>
                  <a:pt x="3510064" y="3994899"/>
                </a:cubicBezTo>
                <a:cubicBezTo>
                  <a:pt x="3516160" y="4001401"/>
                  <a:pt x="3519208" y="4013796"/>
                  <a:pt x="3519208" y="4032084"/>
                </a:cubicBezTo>
                <a:lnTo>
                  <a:pt x="3519208" y="4044276"/>
                </a:lnTo>
                <a:lnTo>
                  <a:pt x="3497872" y="4044276"/>
                </a:lnTo>
                <a:cubicBezTo>
                  <a:pt x="3451948" y="4044276"/>
                  <a:pt x="3416897" y="4053725"/>
                  <a:pt x="3392716" y="4072623"/>
                </a:cubicBezTo>
                <a:cubicBezTo>
                  <a:pt x="3368535" y="4091520"/>
                  <a:pt x="3356445" y="4118851"/>
                  <a:pt x="3356445" y="4154614"/>
                </a:cubicBezTo>
                <a:cubicBezTo>
                  <a:pt x="3356445" y="4185094"/>
                  <a:pt x="3365182" y="4209681"/>
                  <a:pt x="3382658" y="4228375"/>
                </a:cubicBezTo>
                <a:cubicBezTo>
                  <a:pt x="3400133" y="4247070"/>
                  <a:pt x="3423500" y="4256417"/>
                  <a:pt x="3452762" y="4256417"/>
                </a:cubicBezTo>
                <a:cubicBezTo>
                  <a:pt x="3491369" y="4256417"/>
                  <a:pt x="3520833" y="4240771"/>
                  <a:pt x="3541154" y="4209478"/>
                </a:cubicBezTo>
                <a:cubicBezTo>
                  <a:pt x="3548468" y="4224515"/>
                  <a:pt x="3558324" y="4235386"/>
                  <a:pt x="3570719" y="4242091"/>
                </a:cubicBezTo>
                <a:cubicBezTo>
                  <a:pt x="3583114" y="4248797"/>
                  <a:pt x="3599269" y="4252963"/>
                  <a:pt x="3619182" y="4254588"/>
                </a:cubicBezTo>
                <a:lnTo>
                  <a:pt x="3640519" y="4185703"/>
                </a:lnTo>
                <a:cubicBezTo>
                  <a:pt x="3633610" y="4182859"/>
                  <a:pt x="3628936" y="4178998"/>
                  <a:pt x="3626498" y="4174121"/>
                </a:cubicBezTo>
                <a:cubicBezTo>
                  <a:pt x="3624059" y="4169244"/>
                  <a:pt x="3622840" y="4161319"/>
                  <a:pt x="3622840" y="4150347"/>
                </a:cubicBezTo>
                <a:lnTo>
                  <a:pt x="3622840" y="4025988"/>
                </a:lnTo>
                <a:cubicBezTo>
                  <a:pt x="3622840" y="3986161"/>
                  <a:pt x="3612477" y="3956799"/>
                  <a:pt x="3591750" y="3937901"/>
                </a:cubicBezTo>
                <a:cubicBezTo>
                  <a:pt x="3571024" y="3919003"/>
                  <a:pt x="3538715" y="3909555"/>
                  <a:pt x="3494824" y="3909555"/>
                </a:cubicBezTo>
                <a:close/>
                <a:moveTo>
                  <a:pt x="2957614" y="3909555"/>
                </a:moveTo>
                <a:cubicBezTo>
                  <a:pt x="2910878" y="3909555"/>
                  <a:pt x="2874200" y="3924795"/>
                  <a:pt x="2847581" y="3955275"/>
                </a:cubicBezTo>
                <a:cubicBezTo>
                  <a:pt x="2820962" y="3985755"/>
                  <a:pt x="2807652" y="4028223"/>
                  <a:pt x="2807652" y="4082681"/>
                </a:cubicBezTo>
                <a:cubicBezTo>
                  <a:pt x="2807652" y="4139577"/>
                  <a:pt x="2820860" y="4182757"/>
                  <a:pt x="2847276" y="4212221"/>
                </a:cubicBezTo>
                <a:cubicBezTo>
                  <a:pt x="2873692" y="4241685"/>
                  <a:pt x="2910471" y="4256417"/>
                  <a:pt x="2957614" y="4256417"/>
                </a:cubicBezTo>
                <a:cubicBezTo>
                  <a:pt x="3004350" y="4256417"/>
                  <a:pt x="3041027" y="4241177"/>
                  <a:pt x="3067647" y="4210697"/>
                </a:cubicBezTo>
                <a:cubicBezTo>
                  <a:pt x="3094266" y="4180217"/>
                  <a:pt x="3107575" y="4137748"/>
                  <a:pt x="3107575" y="4083291"/>
                </a:cubicBezTo>
                <a:cubicBezTo>
                  <a:pt x="3107575" y="4026395"/>
                  <a:pt x="3094266" y="3983215"/>
                  <a:pt x="3067647" y="3953751"/>
                </a:cubicBezTo>
                <a:cubicBezTo>
                  <a:pt x="3041027" y="3924287"/>
                  <a:pt x="3004350" y="3909555"/>
                  <a:pt x="2957614" y="3909555"/>
                </a:cubicBezTo>
                <a:close/>
                <a:moveTo>
                  <a:pt x="2498509" y="3909555"/>
                </a:moveTo>
                <a:cubicBezTo>
                  <a:pt x="2463965" y="3909555"/>
                  <a:pt x="2435720" y="3924591"/>
                  <a:pt x="2413774" y="3954665"/>
                </a:cubicBezTo>
                <a:lnTo>
                  <a:pt x="2410117" y="3920527"/>
                </a:lnTo>
                <a:lnTo>
                  <a:pt x="2315629" y="3920527"/>
                </a:lnTo>
                <a:lnTo>
                  <a:pt x="2315629" y="4381995"/>
                </a:lnTo>
                <a:lnTo>
                  <a:pt x="2421699" y="4371022"/>
                </a:lnTo>
                <a:lnTo>
                  <a:pt x="2421699" y="4224108"/>
                </a:lnTo>
                <a:cubicBezTo>
                  <a:pt x="2439987" y="4245647"/>
                  <a:pt x="2462746" y="4256417"/>
                  <a:pt x="2489974" y="4256417"/>
                </a:cubicBezTo>
                <a:cubicBezTo>
                  <a:pt x="2513139" y="4256417"/>
                  <a:pt x="2533561" y="4249203"/>
                  <a:pt x="2551239" y="4234776"/>
                </a:cubicBezTo>
                <a:cubicBezTo>
                  <a:pt x="2568918" y="4220349"/>
                  <a:pt x="2582532" y="4199927"/>
                  <a:pt x="2592082" y="4173511"/>
                </a:cubicBezTo>
                <a:cubicBezTo>
                  <a:pt x="2601633" y="4147095"/>
                  <a:pt x="2606408" y="4116615"/>
                  <a:pt x="2606408" y="4082071"/>
                </a:cubicBezTo>
                <a:cubicBezTo>
                  <a:pt x="2606408" y="4026801"/>
                  <a:pt x="2597366" y="3984231"/>
                  <a:pt x="2579281" y="3954360"/>
                </a:cubicBezTo>
                <a:cubicBezTo>
                  <a:pt x="2561196" y="3924490"/>
                  <a:pt x="2534272" y="3909555"/>
                  <a:pt x="2498509" y="3909555"/>
                </a:cubicBezTo>
                <a:close/>
                <a:moveTo>
                  <a:pt x="1428737" y="3909555"/>
                </a:moveTo>
                <a:cubicBezTo>
                  <a:pt x="1397444" y="3909555"/>
                  <a:pt x="1370926" y="3917073"/>
                  <a:pt x="1349184" y="3932110"/>
                </a:cubicBezTo>
                <a:cubicBezTo>
                  <a:pt x="1327442" y="3947147"/>
                  <a:pt x="1311084" y="3967873"/>
                  <a:pt x="1300111" y="3994289"/>
                </a:cubicBezTo>
                <a:cubicBezTo>
                  <a:pt x="1289138" y="4020705"/>
                  <a:pt x="1283652" y="4050779"/>
                  <a:pt x="1283652" y="4084510"/>
                </a:cubicBezTo>
                <a:cubicBezTo>
                  <a:pt x="1283652" y="4137342"/>
                  <a:pt x="1296860" y="4179201"/>
                  <a:pt x="1323276" y="4210087"/>
                </a:cubicBezTo>
                <a:cubicBezTo>
                  <a:pt x="1349692" y="4240974"/>
                  <a:pt x="1388300" y="4256417"/>
                  <a:pt x="1439100" y="4256417"/>
                </a:cubicBezTo>
                <a:cubicBezTo>
                  <a:pt x="1485430" y="4256417"/>
                  <a:pt x="1525663" y="4241177"/>
                  <a:pt x="1559801" y="4210697"/>
                </a:cubicBezTo>
                <a:lnTo>
                  <a:pt x="1517129" y="4153395"/>
                </a:lnTo>
                <a:cubicBezTo>
                  <a:pt x="1504124" y="4162742"/>
                  <a:pt x="1492237" y="4169549"/>
                  <a:pt x="1481467" y="4173816"/>
                </a:cubicBezTo>
                <a:cubicBezTo>
                  <a:pt x="1470698" y="4178083"/>
                  <a:pt x="1459623" y="4180217"/>
                  <a:pt x="1448244" y="4180217"/>
                </a:cubicBezTo>
                <a:cubicBezTo>
                  <a:pt x="1430362" y="4180217"/>
                  <a:pt x="1416748" y="4175543"/>
                  <a:pt x="1407401" y="4166196"/>
                </a:cubicBezTo>
                <a:cubicBezTo>
                  <a:pt x="1398054" y="4156849"/>
                  <a:pt x="1392161" y="4139374"/>
                  <a:pt x="1389722" y="4113771"/>
                </a:cubicBezTo>
                <a:lnTo>
                  <a:pt x="1568945" y="4113771"/>
                </a:lnTo>
                <a:cubicBezTo>
                  <a:pt x="1570570" y="4099953"/>
                  <a:pt x="1571383" y="4087964"/>
                  <a:pt x="1571383" y="4077804"/>
                </a:cubicBezTo>
                <a:cubicBezTo>
                  <a:pt x="1571383" y="4023753"/>
                  <a:pt x="1558582" y="3982199"/>
                  <a:pt x="1532978" y="3953141"/>
                </a:cubicBezTo>
                <a:cubicBezTo>
                  <a:pt x="1507375" y="3924083"/>
                  <a:pt x="1472628" y="3909555"/>
                  <a:pt x="1428737" y="3909555"/>
                </a:cubicBezTo>
                <a:close/>
                <a:moveTo>
                  <a:pt x="1169885" y="3909555"/>
                </a:moveTo>
                <a:cubicBezTo>
                  <a:pt x="1152004" y="3909555"/>
                  <a:pt x="1136053" y="3913415"/>
                  <a:pt x="1122032" y="3921137"/>
                </a:cubicBezTo>
                <a:cubicBezTo>
                  <a:pt x="1108011" y="3928859"/>
                  <a:pt x="1094701" y="3940644"/>
                  <a:pt x="1082103" y="3956494"/>
                </a:cubicBezTo>
                <a:lnTo>
                  <a:pt x="1074788" y="3920527"/>
                </a:lnTo>
                <a:lnTo>
                  <a:pt x="982129" y="3920527"/>
                </a:lnTo>
                <a:lnTo>
                  <a:pt x="982129" y="4245444"/>
                </a:lnTo>
                <a:lnTo>
                  <a:pt x="1088199" y="4245444"/>
                </a:lnTo>
                <a:lnTo>
                  <a:pt x="1088199" y="4022940"/>
                </a:lnTo>
                <a:cubicBezTo>
                  <a:pt x="1102017" y="4000182"/>
                  <a:pt x="1114818" y="3988803"/>
                  <a:pt x="1126604" y="3988803"/>
                </a:cubicBezTo>
                <a:cubicBezTo>
                  <a:pt x="1132293" y="3988803"/>
                  <a:pt x="1136662" y="3991038"/>
                  <a:pt x="1139710" y="3995508"/>
                </a:cubicBezTo>
                <a:cubicBezTo>
                  <a:pt x="1142758" y="3999979"/>
                  <a:pt x="1144282" y="4007497"/>
                  <a:pt x="1144282" y="4018063"/>
                </a:cubicBezTo>
                <a:lnTo>
                  <a:pt x="1144282" y="4245444"/>
                </a:lnTo>
                <a:lnTo>
                  <a:pt x="1250353" y="4245444"/>
                </a:lnTo>
                <a:lnTo>
                  <a:pt x="1250353" y="4004043"/>
                </a:lnTo>
                <a:cubicBezTo>
                  <a:pt x="1250353" y="3974375"/>
                  <a:pt x="1243241" y="3951211"/>
                  <a:pt x="1229016" y="3934548"/>
                </a:cubicBezTo>
                <a:cubicBezTo>
                  <a:pt x="1214793" y="3917886"/>
                  <a:pt x="1195082" y="3909555"/>
                  <a:pt x="1169885" y="3909555"/>
                </a:cubicBezTo>
                <a:close/>
                <a:moveTo>
                  <a:pt x="10313884" y="3900411"/>
                </a:moveTo>
                <a:lnTo>
                  <a:pt x="10337660" y="3900411"/>
                </a:lnTo>
                <a:cubicBezTo>
                  <a:pt x="10354321" y="3900411"/>
                  <a:pt x="10368038" y="3904068"/>
                  <a:pt x="10378807" y="3911383"/>
                </a:cubicBezTo>
                <a:cubicBezTo>
                  <a:pt x="10389576" y="3918699"/>
                  <a:pt x="10397908" y="3932008"/>
                  <a:pt x="10403801" y="3951312"/>
                </a:cubicBezTo>
                <a:cubicBezTo>
                  <a:pt x="10409694" y="3970616"/>
                  <a:pt x="10412640" y="3997540"/>
                  <a:pt x="10412640" y="4032084"/>
                </a:cubicBezTo>
                <a:cubicBezTo>
                  <a:pt x="10412640" y="4066628"/>
                  <a:pt x="10409795" y="4093755"/>
                  <a:pt x="10404106" y="4113466"/>
                </a:cubicBezTo>
                <a:cubicBezTo>
                  <a:pt x="10398416" y="4133176"/>
                  <a:pt x="10390187" y="4146994"/>
                  <a:pt x="10379416" y="4154919"/>
                </a:cubicBezTo>
                <a:cubicBezTo>
                  <a:pt x="10368647" y="4162843"/>
                  <a:pt x="10354525" y="4166806"/>
                  <a:pt x="10337049" y="4166806"/>
                </a:cubicBezTo>
                <a:lnTo>
                  <a:pt x="10313884" y="4166806"/>
                </a:lnTo>
                <a:close/>
                <a:moveTo>
                  <a:pt x="8218385" y="3900411"/>
                </a:moveTo>
                <a:lnTo>
                  <a:pt x="8242159" y="3900411"/>
                </a:lnTo>
                <a:cubicBezTo>
                  <a:pt x="8258821" y="3900411"/>
                  <a:pt x="8272537" y="3904068"/>
                  <a:pt x="8283307" y="3911383"/>
                </a:cubicBezTo>
                <a:cubicBezTo>
                  <a:pt x="8294077" y="3918699"/>
                  <a:pt x="8302408" y="3932008"/>
                  <a:pt x="8308301" y="3951312"/>
                </a:cubicBezTo>
                <a:cubicBezTo>
                  <a:pt x="8314194" y="3970616"/>
                  <a:pt x="8317140" y="3997540"/>
                  <a:pt x="8317140" y="4032084"/>
                </a:cubicBezTo>
                <a:cubicBezTo>
                  <a:pt x="8317140" y="4066628"/>
                  <a:pt x="8314295" y="4093755"/>
                  <a:pt x="8308605" y="4113466"/>
                </a:cubicBezTo>
                <a:cubicBezTo>
                  <a:pt x="8302916" y="4133176"/>
                  <a:pt x="8294686" y="4146994"/>
                  <a:pt x="8283917" y="4154919"/>
                </a:cubicBezTo>
                <a:cubicBezTo>
                  <a:pt x="8273147" y="4162843"/>
                  <a:pt x="8259025" y="4166806"/>
                  <a:pt x="8241549" y="4166806"/>
                </a:cubicBezTo>
                <a:lnTo>
                  <a:pt x="8218385" y="4166806"/>
                </a:lnTo>
                <a:close/>
                <a:moveTo>
                  <a:pt x="9021532" y="3838841"/>
                </a:moveTo>
                <a:lnTo>
                  <a:pt x="8915462" y="3851643"/>
                </a:lnTo>
                <a:lnTo>
                  <a:pt x="8915462" y="3920527"/>
                </a:lnTo>
                <a:lnTo>
                  <a:pt x="8880105" y="3920527"/>
                </a:lnTo>
                <a:lnTo>
                  <a:pt x="8880105" y="3993679"/>
                </a:lnTo>
                <a:lnTo>
                  <a:pt x="8915462" y="3993679"/>
                </a:lnTo>
                <a:lnTo>
                  <a:pt x="8915462" y="4143031"/>
                </a:lnTo>
                <a:cubicBezTo>
                  <a:pt x="8915462" y="4179201"/>
                  <a:pt x="8924199" y="4207141"/>
                  <a:pt x="8941675" y="4226851"/>
                </a:cubicBezTo>
                <a:cubicBezTo>
                  <a:pt x="8959150" y="4246562"/>
                  <a:pt x="8985769" y="4256417"/>
                  <a:pt x="9021532" y="4256417"/>
                </a:cubicBezTo>
                <a:cubicBezTo>
                  <a:pt x="9036976" y="4256417"/>
                  <a:pt x="9052317" y="4254182"/>
                  <a:pt x="9067557" y="4249711"/>
                </a:cubicBezTo>
                <a:cubicBezTo>
                  <a:pt x="9082797" y="4245241"/>
                  <a:pt x="9096107" y="4238739"/>
                  <a:pt x="9107486" y="4230204"/>
                </a:cubicBezTo>
                <a:lnTo>
                  <a:pt x="9073348" y="4164977"/>
                </a:lnTo>
                <a:cubicBezTo>
                  <a:pt x="9063188" y="4170260"/>
                  <a:pt x="9053841" y="4172902"/>
                  <a:pt x="9045307" y="4172902"/>
                </a:cubicBezTo>
                <a:cubicBezTo>
                  <a:pt x="9029457" y="4172902"/>
                  <a:pt x="9021532" y="4162539"/>
                  <a:pt x="9021532" y="4141812"/>
                </a:cubicBezTo>
                <a:lnTo>
                  <a:pt x="9021532" y="3993679"/>
                </a:lnTo>
                <a:lnTo>
                  <a:pt x="9077006" y="3993679"/>
                </a:lnTo>
                <a:lnTo>
                  <a:pt x="9087369" y="3920527"/>
                </a:lnTo>
                <a:lnTo>
                  <a:pt x="9021532" y="3920527"/>
                </a:lnTo>
                <a:close/>
                <a:moveTo>
                  <a:pt x="3792309" y="3838841"/>
                </a:moveTo>
                <a:lnTo>
                  <a:pt x="3686238" y="3851643"/>
                </a:lnTo>
                <a:lnTo>
                  <a:pt x="3686238" y="3920527"/>
                </a:lnTo>
                <a:lnTo>
                  <a:pt x="3650882" y="3920527"/>
                </a:lnTo>
                <a:lnTo>
                  <a:pt x="3650882" y="3993679"/>
                </a:lnTo>
                <a:lnTo>
                  <a:pt x="3686238" y="3993679"/>
                </a:lnTo>
                <a:lnTo>
                  <a:pt x="3686238" y="4143031"/>
                </a:lnTo>
                <a:cubicBezTo>
                  <a:pt x="3686238" y="4179201"/>
                  <a:pt x="3694976" y="4207141"/>
                  <a:pt x="3712451" y="4226851"/>
                </a:cubicBezTo>
                <a:cubicBezTo>
                  <a:pt x="3729927" y="4246562"/>
                  <a:pt x="3756546" y="4256417"/>
                  <a:pt x="3792309" y="4256417"/>
                </a:cubicBezTo>
                <a:cubicBezTo>
                  <a:pt x="3807752" y="4256417"/>
                  <a:pt x="3823094" y="4254182"/>
                  <a:pt x="3838333" y="4249711"/>
                </a:cubicBezTo>
                <a:cubicBezTo>
                  <a:pt x="3853574" y="4245241"/>
                  <a:pt x="3866884" y="4238739"/>
                  <a:pt x="3878262" y="4230204"/>
                </a:cubicBezTo>
                <a:lnTo>
                  <a:pt x="3844125" y="4164977"/>
                </a:lnTo>
                <a:cubicBezTo>
                  <a:pt x="3833965" y="4170260"/>
                  <a:pt x="3824618" y="4172902"/>
                  <a:pt x="3816083" y="4172902"/>
                </a:cubicBezTo>
                <a:cubicBezTo>
                  <a:pt x="3800234" y="4172902"/>
                  <a:pt x="3792309" y="4162539"/>
                  <a:pt x="3792309" y="4141812"/>
                </a:cubicBezTo>
                <a:lnTo>
                  <a:pt x="3792309" y="3993679"/>
                </a:lnTo>
                <a:lnTo>
                  <a:pt x="3847783" y="3993679"/>
                </a:lnTo>
                <a:lnTo>
                  <a:pt x="3858145" y="3920527"/>
                </a:lnTo>
                <a:lnTo>
                  <a:pt x="3792309" y="3920527"/>
                </a:lnTo>
                <a:close/>
                <a:moveTo>
                  <a:pt x="10565497" y="3821772"/>
                </a:moveTo>
                <a:lnTo>
                  <a:pt x="10565497" y="4245444"/>
                </a:lnTo>
                <a:lnTo>
                  <a:pt x="10675834" y="4245444"/>
                </a:lnTo>
                <a:lnTo>
                  <a:pt x="10675834" y="4082071"/>
                </a:lnTo>
                <a:lnTo>
                  <a:pt x="10780077" y="4082071"/>
                </a:lnTo>
                <a:lnTo>
                  <a:pt x="10780077" y="4004043"/>
                </a:lnTo>
                <a:lnTo>
                  <a:pt x="10675834" y="4004043"/>
                </a:lnTo>
                <a:lnTo>
                  <a:pt x="10675834" y="3899801"/>
                </a:lnTo>
                <a:lnTo>
                  <a:pt x="10794706" y="3899801"/>
                </a:lnTo>
                <a:lnTo>
                  <a:pt x="10805680" y="3821772"/>
                </a:lnTo>
                <a:close/>
                <a:moveTo>
                  <a:pt x="10203547" y="3821772"/>
                </a:moveTo>
                <a:lnTo>
                  <a:pt x="10203547" y="4245444"/>
                </a:lnTo>
                <a:lnTo>
                  <a:pt x="10330344" y="4245444"/>
                </a:lnTo>
                <a:cubicBezTo>
                  <a:pt x="10390084" y="4245444"/>
                  <a:pt x="10437634" y="4229595"/>
                  <a:pt x="10472990" y="4197895"/>
                </a:cubicBezTo>
                <a:cubicBezTo>
                  <a:pt x="10508347" y="4166196"/>
                  <a:pt x="10526026" y="4110926"/>
                  <a:pt x="10526026" y="4032084"/>
                </a:cubicBezTo>
                <a:cubicBezTo>
                  <a:pt x="10526026" y="3976001"/>
                  <a:pt x="10516881" y="3932516"/>
                  <a:pt x="10498594" y="3901630"/>
                </a:cubicBezTo>
                <a:cubicBezTo>
                  <a:pt x="10480306" y="3870743"/>
                  <a:pt x="10456531" y="3849712"/>
                  <a:pt x="10427270" y="3838536"/>
                </a:cubicBezTo>
                <a:cubicBezTo>
                  <a:pt x="10398009" y="3827360"/>
                  <a:pt x="10363465" y="3821772"/>
                  <a:pt x="10323638" y="3821772"/>
                </a:cubicBezTo>
                <a:close/>
                <a:moveTo>
                  <a:pt x="10041622" y="3821772"/>
                </a:moveTo>
                <a:lnTo>
                  <a:pt x="10041622" y="4245444"/>
                </a:lnTo>
                <a:lnTo>
                  <a:pt x="10151960" y="4245444"/>
                </a:lnTo>
                <a:lnTo>
                  <a:pt x="10151960" y="3821772"/>
                </a:lnTo>
                <a:close/>
                <a:moveTo>
                  <a:pt x="9546322" y="3821772"/>
                </a:moveTo>
                <a:lnTo>
                  <a:pt x="9546322" y="4245444"/>
                </a:lnTo>
                <a:lnTo>
                  <a:pt x="9656659" y="4245444"/>
                </a:lnTo>
                <a:lnTo>
                  <a:pt x="9656659" y="4082071"/>
                </a:lnTo>
                <a:lnTo>
                  <a:pt x="9760901" y="4082071"/>
                </a:lnTo>
                <a:lnTo>
                  <a:pt x="9760901" y="4004043"/>
                </a:lnTo>
                <a:lnTo>
                  <a:pt x="9656659" y="4004043"/>
                </a:lnTo>
                <a:lnTo>
                  <a:pt x="9656659" y="3899801"/>
                </a:lnTo>
                <a:lnTo>
                  <a:pt x="9775531" y="3899801"/>
                </a:lnTo>
                <a:lnTo>
                  <a:pt x="9786504" y="3821772"/>
                </a:lnTo>
                <a:close/>
                <a:moveTo>
                  <a:pt x="9217138" y="3821772"/>
                </a:moveTo>
                <a:lnTo>
                  <a:pt x="9217138" y="3905287"/>
                </a:lnTo>
                <a:lnTo>
                  <a:pt x="9310407" y="3905287"/>
                </a:lnTo>
                <a:lnTo>
                  <a:pt x="9310407" y="4245444"/>
                </a:lnTo>
                <a:lnTo>
                  <a:pt x="9420744" y="4245444"/>
                </a:lnTo>
                <a:lnTo>
                  <a:pt x="9420744" y="3905287"/>
                </a:lnTo>
                <a:lnTo>
                  <a:pt x="9507917" y="3905287"/>
                </a:lnTo>
                <a:lnTo>
                  <a:pt x="9519500" y="3821772"/>
                </a:lnTo>
                <a:close/>
                <a:moveTo>
                  <a:pt x="8108047" y="3821772"/>
                </a:moveTo>
                <a:lnTo>
                  <a:pt x="8108047" y="4245444"/>
                </a:lnTo>
                <a:lnTo>
                  <a:pt x="8234844" y="4245444"/>
                </a:lnTo>
                <a:cubicBezTo>
                  <a:pt x="8294585" y="4245444"/>
                  <a:pt x="8342133" y="4229595"/>
                  <a:pt x="8377491" y="4197895"/>
                </a:cubicBezTo>
                <a:cubicBezTo>
                  <a:pt x="8412847" y="4166196"/>
                  <a:pt x="8430526" y="4110926"/>
                  <a:pt x="8430526" y="4032084"/>
                </a:cubicBezTo>
                <a:cubicBezTo>
                  <a:pt x="8430526" y="3976001"/>
                  <a:pt x="8421381" y="3932516"/>
                  <a:pt x="8403094" y="3901630"/>
                </a:cubicBezTo>
                <a:cubicBezTo>
                  <a:pt x="8384805" y="3870743"/>
                  <a:pt x="8361031" y="3849712"/>
                  <a:pt x="8331770" y="3838536"/>
                </a:cubicBezTo>
                <a:cubicBezTo>
                  <a:pt x="8302510" y="3827360"/>
                  <a:pt x="8267965" y="3821772"/>
                  <a:pt x="8228138" y="3821772"/>
                </a:cubicBezTo>
                <a:close/>
                <a:moveTo>
                  <a:pt x="7746402" y="3821772"/>
                </a:moveTo>
                <a:lnTo>
                  <a:pt x="7850034" y="4245444"/>
                </a:lnTo>
                <a:lnTo>
                  <a:pt x="7992070" y="4245444"/>
                </a:lnTo>
                <a:lnTo>
                  <a:pt x="8089606" y="3821772"/>
                </a:lnTo>
                <a:lnTo>
                  <a:pt x="7979879" y="3821772"/>
                </a:lnTo>
                <a:lnTo>
                  <a:pt x="7922576" y="4163758"/>
                </a:lnTo>
                <a:lnTo>
                  <a:pt x="7859787" y="3821772"/>
                </a:lnTo>
                <a:close/>
                <a:moveTo>
                  <a:pt x="6841222" y="3821772"/>
                </a:moveTo>
                <a:lnTo>
                  <a:pt x="6841222" y="4245444"/>
                </a:lnTo>
                <a:lnTo>
                  <a:pt x="6936320" y="4245444"/>
                </a:lnTo>
                <a:lnTo>
                  <a:pt x="6936320" y="4099750"/>
                </a:lnTo>
                <a:cubicBezTo>
                  <a:pt x="6936320" y="4065612"/>
                  <a:pt x="6935202" y="4036555"/>
                  <a:pt x="6932967" y="4012577"/>
                </a:cubicBezTo>
                <a:cubicBezTo>
                  <a:pt x="6930731" y="3988599"/>
                  <a:pt x="6927176" y="3958526"/>
                  <a:pt x="6922299" y="3922356"/>
                </a:cubicBezTo>
                <a:lnTo>
                  <a:pt x="7012520" y="4245444"/>
                </a:lnTo>
                <a:lnTo>
                  <a:pt x="7149070" y="4245444"/>
                </a:lnTo>
                <a:lnTo>
                  <a:pt x="7149070" y="3821772"/>
                </a:lnTo>
                <a:lnTo>
                  <a:pt x="7053363" y="3821772"/>
                </a:lnTo>
                <a:lnTo>
                  <a:pt x="7053363" y="3979049"/>
                </a:lnTo>
                <a:cubicBezTo>
                  <a:pt x="7053363" y="4010748"/>
                  <a:pt x="7054684" y="4039095"/>
                  <a:pt x="7057325" y="4064088"/>
                </a:cubicBezTo>
                <a:cubicBezTo>
                  <a:pt x="7059967" y="4089082"/>
                  <a:pt x="7063523" y="4116412"/>
                  <a:pt x="7067993" y="4146079"/>
                </a:cubicBezTo>
                <a:lnTo>
                  <a:pt x="6975943" y="3821772"/>
                </a:lnTo>
                <a:close/>
                <a:moveTo>
                  <a:pt x="6479272" y="3821772"/>
                </a:moveTo>
                <a:lnTo>
                  <a:pt x="6479272" y="4245444"/>
                </a:lnTo>
                <a:lnTo>
                  <a:pt x="6574370" y="4245444"/>
                </a:lnTo>
                <a:lnTo>
                  <a:pt x="6574370" y="4099750"/>
                </a:lnTo>
                <a:cubicBezTo>
                  <a:pt x="6574370" y="4065612"/>
                  <a:pt x="6573252" y="4036555"/>
                  <a:pt x="6571017" y="4012577"/>
                </a:cubicBezTo>
                <a:cubicBezTo>
                  <a:pt x="6568781" y="3988599"/>
                  <a:pt x="6565226" y="3958526"/>
                  <a:pt x="6560349" y="3922356"/>
                </a:cubicBezTo>
                <a:lnTo>
                  <a:pt x="6650570" y="4245444"/>
                </a:lnTo>
                <a:lnTo>
                  <a:pt x="6787120" y="4245444"/>
                </a:lnTo>
                <a:lnTo>
                  <a:pt x="6787120" y="3821772"/>
                </a:lnTo>
                <a:lnTo>
                  <a:pt x="6691413" y="3821772"/>
                </a:lnTo>
                <a:lnTo>
                  <a:pt x="6691413" y="3979049"/>
                </a:lnTo>
                <a:cubicBezTo>
                  <a:pt x="6691413" y="4010748"/>
                  <a:pt x="6692734" y="4039095"/>
                  <a:pt x="6695375" y="4064088"/>
                </a:cubicBezTo>
                <a:cubicBezTo>
                  <a:pt x="6698017" y="4089082"/>
                  <a:pt x="6701573" y="4116412"/>
                  <a:pt x="6706043" y="4146079"/>
                </a:cubicBezTo>
                <a:lnTo>
                  <a:pt x="6613993" y="3821772"/>
                </a:lnTo>
                <a:close/>
                <a:moveTo>
                  <a:pt x="6341655" y="3821772"/>
                </a:moveTo>
                <a:lnTo>
                  <a:pt x="6230708" y="4019892"/>
                </a:lnTo>
                <a:lnTo>
                  <a:pt x="6339826" y="4245444"/>
                </a:lnTo>
                <a:lnTo>
                  <a:pt x="6462356" y="4245444"/>
                </a:lnTo>
                <a:lnTo>
                  <a:pt x="6341655" y="4011358"/>
                </a:lnTo>
                <a:lnTo>
                  <a:pt x="6452602" y="3821772"/>
                </a:lnTo>
                <a:close/>
                <a:moveTo>
                  <a:pt x="6117322" y="3821772"/>
                </a:moveTo>
                <a:lnTo>
                  <a:pt x="6117322" y="4245444"/>
                </a:lnTo>
                <a:lnTo>
                  <a:pt x="6227660" y="4245444"/>
                </a:lnTo>
                <a:lnTo>
                  <a:pt x="6227660" y="3821772"/>
                </a:lnTo>
                <a:close/>
                <a:moveTo>
                  <a:pt x="1735823" y="3821772"/>
                </a:moveTo>
                <a:lnTo>
                  <a:pt x="1735823" y="4245444"/>
                </a:lnTo>
                <a:lnTo>
                  <a:pt x="1981492" y="4245444"/>
                </a:lnTo>
                <a:lnTo>
                  <a:pt x="1981492" y="4166806"/>
                </a:lnTo>
                <a:lnTo>
                  <a:pt x="1846160" y="4166806"/>
                </a:lnTo>
                <a:lnTo>
                  <a:pt x="1846160" y="4068660"/>
                </a:lnTo>
                <a:lnTo>
                  <a:pt x="1957717" y="4068660"/>
                </a:lnTo>
                <a:lnTo>
                  <a:pt x="1957717" y="3992460"/>
                </a:lnTo>
                <a:lnTo>
                  <a:pt x="1846160" y="3992460"/>
                </a:lnTo>
                <a:lnTo>
                  <a:pt x="1846160" y="3899801"/>
                </a:lnTo>
                <a:lnTo>
                  <a:pt x="1972957" y="3899801"/>
                </a:lnTo>
                <a:lnTo>
                  <a:pt x="1984540" y="3821772"/>
                </a:lnTo>
                <a:close/>
                <a:moveTo>
                  <a:pt x="624827" y="3821772"/>
                </a:moveTo>
                <a:lnTo>
                  <a:pt x="624827" y="4112551"/>
                </a:lnTo>
                <a:cubicBezTo>
                  <a:pt x="624827" y="4156443"/>
                  <a:pt x="638136" y="4191393"/>
                  <a:pt x="664756" y="4217403"/>
                </a:cubicBezTo>
                <a:cubicBezTo>
                  <a:pt x="691375" y="4243412"/>
                  <a:pt x="730491" y="4256417"/>
                  <a:pt x="782104" y="4256417"/>
                </a:cubicBezTo>
                <a:cubicBezTo>
                  <a:pt x="816648" y="4256417"/>
                  <a:pt x="845705" y="4250118"/>
                  <a:pt x="869276" y="4237519"/>
                </a:cubicBezTo>
                <a:cubicBezTo>
                  <a:pt x="892848" y="4224921"/>
                  <a:pt x="910424" y="4207852"/>
                  <a:pt x="922007" y="4186313"/>
                </a:cubicBezTo>
                <a:cubicBezTo>
                  <a:pt x="933589" y="4164774"/>
                  <a:pt x="939381" y="4140187"/>
                  <a:pt x="939381" y="4112551"/>
                </a:cubicBezTo>
                <a:lnTo>
                  <a:pt x="939381" y="3821772"/>
                </a:lnTo>
                <a:lnTo>
                  <a:pt x="829043" y="3821772"/>
                </a:lnTo>
                <a:lnTo>
                  <a:pt x="829043" y="4108894"/>
                </a:lnTo>
                <a:cubicBezTo>
                  <a:pt x="829043" y="4131652"/>
                  <a:pt x="825385" y="4148518"/>
                  <a:pt x="818070" y="4159491"/>
                </a:cubicBezTo>
                <a:cubicBezTo>
                  <a:pt x="810755" y="4170463"/>
                  <a:pt x="798766" y="4175950"/>
                  <a:pt x="782104" y="4175950"/>
                </a:cubicBezTo>
                <a:cubicBezTo>
                  <a:pt x="765441" y="4175950"/>
                  <a:pt x="753452" y="4170565"/>
                  <a:pt x="746137" y="4159795"/>
                </a:cubicBezTo>
                <a:cubicBezTo>
                  <a:pt x="738822" y="4149026"/>
                  <a:pt x="735164" y="4132059"/>
                  <a:pt x="735164" y="4108894"/>
                </a:cubicBezTo>
                <a:lnTo>
                  <a:pt x="735164" y="3821772"/>
                </a:lnTo>
                <a:close/>
                <a:moveTo>
                  <a:pt x="7595678" y="3810799"/>
                </a:moveTo>
                <a:cubicBezTo>
                  <a:pt x="7568043" y="3810799"/>
                  <a:pt x="7543050" y="3815981"/>
                  <a:pt x="7520697" y="3826344"/>
                </a:cubicBezTo>
                <a:cubicBezTo>
                  <a:pt x="7498345" y="3836707"/>
                  <a:pt x="7480768" y="3851439"/>
                  <a:pt x="7467967" y="3870540"/>
                </a:cubicBezTo>
                <a:cubicBezTo>
                  <a:pt x="7455165" y="3889641"/>
                  <a:pt x="7448765" y="3911790"/>
                  <a:pt x="7448765" y="3936987"/>
                </a:cubicBezTo>
                <a:cubicBezTo>
                  <a:pt x="7448765" y="3967873"/>
                  <a:pt x="7457705" y="3993476"/>
                  <a:pt x="7475587" y="4013796"/>
                </a:cubicBezTo>
                <a:cubicBezTo>
                  <a:pt x="7493468" y="4034116"/>
                  <a:pt x="7524152" y="4052607"/>
                  <a:pt x="7567636" y="4069270"/>
                </a:cubicBezTo>
                <a:cubicBezTo>
                  <a:pt x="7591614" y="4078211"/>
                  <a:pt x="7608073" y="4086948"/>
                  <a:pt x="7617014" y="4095483"/>
                </a:cubicBezTo>
                <a:cubicBezTo>
                  <a:pt x="7625955" y="4104017"/>
                  <a:pt x="7630426" y="4115396"/>
                  <a:pt x="7630426" y="4129620"/>
                </a:cubicBezTo>
                <a:cubicBezTo>
                  <a:pt x="7630426" y="4143844"/>
                  <a:pt x="7626056" y="4155223"/>
                  <a:pt x="7617319" y="4163758"/>
                </a:cubicBezTo>
                <a:cubicBezTo>
                  <a:pt x="7608582" y="4172292"/>
                  <a:pt x="7595678" y="4176559"/>
                  <a:pt x="7578610" y="4176559"/>
                </a:cubicBezTo>
                <a:cubicBezTo>
                  <a:pt x="7561947" y="4176559"/>
                  <a:pt x="7546199" y="4173105"/>
                  <a:pt x="7531365" y="4166196"/>
                </a:cubicBezTo>
                <a:cubicBezTo>
                  <a:pt x="7516532" y="4159287"/>
                  <a:pt x="7501393" y="4149331"/>
                  <a:pt x="7485950" y="4136326"/>
                </a:cubicBezTo>
                <a:lnTo>
                  <a:pt x="7432915" y="4194847"/>
                </a:lnTo>
                <a:cubicBezTo>
                  <a:pt x="7472336" y="4235894"/>
                  <a:pt x="7523136" y="4256417"/>
                  <a:pt x="7585315" y="4256417"/>
                </a:cubicBezTo>
                <a:cubicBezTo>
                  <a:pt x="7618233" y="4256417"/>
                  <a:pt x="7646682" y="4250727"/>
                  <a:pt x="7670659" y="4239348"/>
                </a:cubicBezTo>
                <a:cubicBezTo>
                  <a:pt x="7694636" y="4227969"/>
                  <a:pt x="7713026" y="4212018"/>
                  <a:pt x="7725828" y="4191495"/>
                </a:cubicBezTo>
                <a:cubicBezTo>
                  <a:pt x="7738629" y="4170971"/>
                  <a:pt x="7745030" y="4147299"/>
                  <a:pt x="7745030" y="4120476"/>
                </a:cubicBezTo>
                <a:cubicBezTo>
                  <a:pt x="7745030" y="4095686"/>
                  <a:pt x="7740865" y="4074858"/>
                  <a:pt x="7732533" y="4057992"/>
                </a:cubicBezTo>
                <a:cubicBezTo>
                  <a:pt x="7724202" y="4041127"/>
                  <a:pt x="7712010" y="4027004"/>
                  <a:pt x="7695958" y="4015625"/>
                </a:cubicBezTo>
                <a:cubicBezTo>
                  <a:pt x="7679905" y="4004246"/>
                  <a:pt x="7658670" y="3993273"/>
                  <a:pt x="7632254" y="3982707"/>
                </a:cubicBezTo>
                <a:cubicBezTo>
                  <a:pt x="7613153" y="3975391"/>
                  <a:pt x="7598726" y="3969194"/>
                  <a:pt x="7588972" y="3964114"/>
                </a:cubicBezTo>
                <a:cubicBezTo>
                  <a:pt x="7579219" y="3959034"/>
                  <a:pt x="7572311" y="3953751"/>
                  <a:pt x="7568246" y="3948264"/>
                </a:cubicBezTo>
                <a:cubicBezTo>
                  <a:pt x="7564182" y="3942778"/>
                  <a:pt x="7562150" y="3935971"/>
                  <a:pt x="7562150" y="3927843"/>
                </a:cubicBezTo>
                <a:cubicBezTo>
                  <a:pt x="7562150" y="3916057"/>
                  <a:pt x="7566011" y="3906811"/>
                  <a:pt x="7573733" y="3900106"/>
                </a:cubicBezTo>
                <a:cubicBezTo>
                  <a:pt x="7581454" y="3893400"/>
                  <a:pt x="7592630" y="3890047"/>
                  <a:pt x="7607261" y="3890047"/>
                </a:cubicBezTo>
                <a:cubicBezTo>
                  <a:pt x="7634489" y="3890047"/>
                  <a:pt x="7661109" y="3901427"/>
                  <a:pt x="7687118" y="3924185"/>
                </a:cubicBezTo>
                <a:lnTo>
                  <a:pt x="7735277" y="3866883"/>
                </a:lnTo>
                <a:cubicBezTo>
                  <a:pt x="7717395" y="3848188"/>
                  <a:pt x="7697075" y="3834167"/>
                  <a:pt x="7674317" y="3824820"/>
                </a:cubicBezTo>
                <a:cubicBezTo>
                  <a:pt x="7651559" y="3815473"/>
                  <a:pt x="7625346" y="3810799"/>
                  <a:pt x="7595678" y="3810799"/>
                </a:cubicBezTo>
                <a:close/>
                <a:moveTo>
                  <a:pt x="2752026" y="3781539"/>
                </a:moveTo>
                <a:lnTo>
                  <a:pt x="2645956" y="3792511"/>
                </a:lnTo>
                <a:lnTo>
                  <a:pt x="2645956" y="4161929"/>
                </a:lnTo>
                <a:cubicBezTo>
                  <a:pt x="2645956" y="4191596"/>
                  <a:pt x="2653881" y="4214761"/>
                  <a:pt x="2669730" y="4231423"/>
                </a:cubicBezTo>
                <a:cubicBezTo>
                  <a:pt x="2685580" y="4248086"/>
                  <a:pt x="2708135" y="4256417"/>
                  <a:pt x="2737396" y="4256417"/>
                </a:cubicBezTo>
                <a:cubicBezTo>
                  <a:pt x="2760154" y="4256417"/>
                  <a:pt x="2779661" y="4252759"/>
                  <a:pt x="2795918" y="4245444"/>
                </a:cubicBezTo>
                <a:lnTo>
                  <a:pt x="2777020" y="4171073"/>
                </a:lnTo>
                <a:cubicBezTo>
                  <a:pt x="2774175" y="4172292"/>
                  <a:pt x="2770314" y="4172902"/>
                  <a:pt x="2765438" y="4172902"/>
                </a:cubicBezTo>
                <a:cubicBezTo>
                  <a:pt x="2756496" y="4172902"/>
                  <a:pt x="2752026" y="4167822"/>
                  <a:pt x="2752026" y="4157662"/>
                </a:cubicBezTo>
                <a:close/>
                <a:moveTo>
                  <a:pt x="3949814" y="3746791"/>
                </a:moveTo>
                <a:cubicBezTo>
                  <a:pt x="3932339" y="3746791"/>
                  <a:pt x="3918014" y="3752379"/>
                  <a:pt x="3906838" y="3763555"/>
                </a:cubicBezTo>
                <a:cubicBezTo>
                  <a:pt x="3895661" y="3774731"/>
                  <a:pt x="3890073" y="3788651"/>
                  <a:pt x="3890073" y="3805313"/>
                </a:cubicBezTo>
                <a:cubicBezTo>
                  <a:pt x="3890073" y="3822382"/>
                  <a:pt x="3895661" y="3836403"/>
                  <a:pt x="3906838" y="3847375"/>
                </a:cubicBezTo>
                <a:cubicBezTo>
                  <a:pt x="3918014" y="3858348"/>
                  <a:pt x="3932339" y="3863835"/>
                  <a:pt x="3949814" y="3863835"/>
                </a:cubicBezTo>
                <a:cubicBezTo>
                  <a:pt x="3967289" y="3863835"/>
                  <a:pt x="3981615" y="3858348"/>
                  <a:pt x="3992791" y="3847375"/>
                </a:cubicBezTo>
                <a:cubicBezTo>
                  <a:pt x="4003967" y="3836403"/>
                  <a:pt x="4009555" y="3822382"/>
                  <a:pt x="4009555" y="3805313"/>
                </a:cubicBezTo>
                <a:cubicBezTo>
                  <a:pt x="4009555" y="3788651"/>
                  <a:pt x="4003967" y="3774731"/>
                  <a:pt x="3992791" y="3763555"/>
                </a:cubicBezTo>
                <a:cubicBezTo>
                  <a:pt x="3981615" y="3752379"/>
                  <a:pt x="3967289" y="3746791"/>
                  <a:pt x="3949814" y="3746791"/>
                </a:cubicBezTo>
                <a:close/>
                <a:moveTo>
                  <a:pt x="11474944" y="3407168"/>
                </a:moveTo>
                <a:cubicBezTo>
                  <a:pt x="11458688" y="3407168"/>
                  <a:pt x="11445073" y="3412959"/>
                  <a:pt x="11434101" y="3424542"/>
                </a:cubicBezTo>
                <a:cubicBezTo>
                  <a:pt x="11423128" y="3436124"/>
                  <a:pt x="11417641" y="3449637"/>
                  <a:pt x="11417641" y="3465080"/>
                </a:cubicBezTo>
                <a:cubicBezTo>
                  <a:pt x="11417641" y="3480930"/>
                  <a:pt x="11423128" y="3494544"/>
                  <a:pt x="11434101" y="3505923"/>
                </a:cubicBezTo>
                <a:cubicBezTo>
                  <a:pt x="11445073" y="3517302"/>
                  <a:pt x="11458688" y="3522992"/>
                  <a:pt x="11474944" y="3522992"/>
                </a:cubicBezTo>
                <a:cubicBezTo>
                  <a:pt x="11491607" y="3522992"/>
                  <a:pt x="11505322" y="3517404"/>
                  <a:pt x="11516092" y="3506228"/>
                </a:cubicBezTo>
                <a:cubicBezTo>
                  <a:pt x="11526861" y="3495052"/>
                  <a:pt x="11532246" y="3481336"/>
                  <a:pt x="11532246" y="3465080"/>
                </a:cubicBezTo>
                <a:cubicBezTo>
                  <a:pt x="11532246" y="3449637"/>
                  <a:pt x="11526760" y="3436124"/>
                  <a:pt x="11515786" y="3424542"/>
                </a:cubicBezTo>
                <a:cubicBezTo>
                  <a:pt x="11504814" y="3412959"/>
                  <a:pt x="11491200" y="3407168"/>
                  <a:pt x="11474944" y="3407168"/>
                </a:cubicBezTo>
                <a:close/>
                <a:moveTo>
                  <a:pt x="6974115" y="3367544"/>
                </a:moveTo>
                <a:lnTo>
                  <a:pt x="6986307" y="3367544"/>
                </a:lnTo>
                <a:lnTo>
                  <a:pt x="6986307" y="3424237"/>
                </a:lnTo>
                <a:cubicBezTo>
                  <a:pt x="6982649" y="3431552"/>
                  <a:pt x="6977874" y="3437445"/>
                  <a:pt x="6971981" y="3441915"/>
                </a:cubicBezTo>
                <a:cubicBezTo>
                  <a:pt x="6966088" y="3446386"/>
                  <a:pt x="6959688" y="3448621"/>
                  <a:pt x="6952779" y="3448621"/>
                </a:cubicBezTo>
                <a:cubicBezTo>
                  <a:pt x="6944651" y="3448621"/>
                  <a:pt x="6938352" y="3445370"/>
                  <a:pt x="6933881" y="3438867"/>
                </a:cubicBezTo>
                <a:cubicBezTo>
                  <a:pt x="6929411" y="3432365"/>
                  <a:pt x="6927176" y="3423221"/>
                  <a:pt x="6927176" y="3411435"/>
                </a:cubicBezTo>
                <a:cubicBezTo>
                  <a:pt x="6927176" y="3396398"/>
                  <a:pt x="6930935" y="3385324"/>
                  <a:pt x="6938453" y="3378212"/>
                </a:cubicBezTo>
                <a:cubicBezTo>
                  <a:pt x="6945971" y="3371100"/>
                  <a:pt x="6957859" y="3367544"/>
                  <a:pt x="6974115" y="3367544"/>
                </a:cubicBezTo>
                <a:close/>
                <a:moveTo>
                  <a:pt x="6021615" y="3367544"/>
                </a:moveTo>
                <a:lnTo>
                  <a:pt x="6033807" y="3367544"/>
                </a:lnTo>
                <a:lnTo>
                  <a:pt x="6033807" y="3424237"/>
                </a:lnTo>
                <a:cubicBezTo>
                  <a:pt x="6030149" y="3431552"/>
                  <a:pt x="6025374" y="3437445"/>
                  <a:pt x="6019481" y="3441915"/>
                </a:cubicBezTo>
                <a:cubicBezTo>
                  <a:pt x="6013588" y="3446386"/>
                  <a:pt x="6007188" y="3448621"/>
                  <a:pt x="6000279" y="3448621"/>
                </a:cubicBezTo>
                <a:cubicBezTo>
                  <a:pt x="5992151" y="3448621"/>
                  <a:pt x="5985852" y="3445370"/>
                  <a:pt x="5981381" y="3438867"/>
                </a:cubicBezTo>
                <a:cubicBezTo>
                  <a:pt x="5976911" y="3432365"/>
                  <a:pt x="5974676" y="3423221"/>
                  <a:pt x="5974676" y="3411435"/>
                </a:cubicBezTo>
                <a:cubicBezTo>
                  <a:pt x="5974676" y="3396398"/>
                  <a:pt x="5978435" y="3385324"/>
                  <a:pt x="5985953" y="3378212"/>
                </a:cubicBezTo>
                <a:cubicBezTo>
                  <a:pt x="5993471" y="3371100"/>
                  <a:pt x="6005359" y="3367544"/>
                  <a:pt x="6021615" y="3367544"/>
                </a:cubicBezTo>
                <a:close/>
                <a:moveTo>
                  <a:pt x="7662963" y="3253549"/>
                </a:moveTo>
                <a:cubicBezTo>
                  <a:pt x="7677187" y="3253549"/>
                  <a:pt x="7687550" y="3260762"/>
                  <a:pt x="7694053" y="3275190"/>
                </a:cubicBezTo>
                <a:cubicBezTo>
                  <a:pt x="7700555" y="3289617"/>
                  <a:pt x="7703806" y="3314509"/>
                  <a:pt x="7703806" y="3349866"/>
                </a:cubicBezTo>
                <a:cubicBezTo>
                  <a:pt x="7703806" y="3384816"/>
                  <a:pt x="7700555" y="3409607"/>
                  <a:pt x="7694053" y="3424237"/>
                </a:cubicBezTo>
                <a:cubicBezTo>
                  <a:pt x="7687550" y="3438867"/>
                  <a:pt x="7677187" y="3446182"/>
                  <a:pt x="7662963" y="3446182"/>
                </a:cubicBezTo>
                <a:cubicBezTo>
                  <a:pt x="7648333" y="3446182"/>
                  <a:pt x="7637868" y="3438969"/>
                  <a:pt x="7631569" y="3424542"/>
                </a:cubicBezTo>
                <a:cubicBezTo>
                  <a:pt x="7625270" y="3410115"/>
                  <a:pt x="7622120" y="3385019"/>
                  <a:pt x="7622120" y="3349256"/>
                </a:cubicBezTo>
                <a:cubicBezTo>
                  <a:pt x="7622120" y="3314712"/>
                  <a:pt x="7625371" y="3290125"/>
                  <a:pt x="7631873" y="3275495"/>
                </a:cubicBezTo>
                <a:cubicBezTo>
                  <a:pt x="7638376" y="3260864"/>
                  <a:pt x="7648739" y="3253549"/>
                  <a:pt x="7662963" y="3253549"/>
                </a:cubicBezTo>
                <a:close/>
                <a:moveTo>
                  <a:pt x="4767364" y="3253549"/>
                </a:moveTo>
                <a:cubicBezTo>
                  <a:pt x="4781588" y="3253549"/>
                  <a:pt x="4791951" y="3260762"/>
                  <a:pt x="4798453" y="3275190"/>
                </a:cubicBezTo>
                <a:cubicBezTo>
                  <a:pt x="4804956" y="3289617"/>
                  <a:pt x="4808207" y="3314509"/>
                  <a:pt x="4808207" y="3349866"/>
                </a:cubicBezTo>
                <a:cubicBezTo>
                  <a:pt x="4808207" y="3384816"/>
                  <a:pt x="4804956" y="3409607"/>
                  <a:pt x="4798453" y="3424237"/>
                </a:cubicBezTo>
                <a:cubicBezTo>
                  <a:pt x="4791951" y="3438867"/>
                  <a:pt x="4781588" y="3446182"/>
                  <a:pt x="4767364" y="3446182"/>
                </a:cubicBezTo>
                <a:cubicBezTo>
                  <a:pt x="4752733" y="3446182"/>
                  <a:pt x="4742268" y="3438969"/>
                  <a:pt x="4735969" y="3424542"/>
                </a:cubicBezTo>
                <a:cubicBezTo>
                  <a:pt x="4729670" y="3410115"/>
                  <a:pt x="4726520" y="3385019"/>
                  <a:pt x="4726520" y="3349256"/>
                </a:cubicBezTo>
                <a:cubicBezTo>
                  <a:pt x="4726520" y="3314712"/>
                  <a:pt x="4729772" y="3290125"/>
                  <a:pt x="4736274" y="3275495"/>
                </a:cubicBezTo>
                <a:cubicBezTo>
                  <a:pt x="4742776" y="3260864"/>
                  <a:pt x="4753139" y="3253549"/>
                  <a:pt x="4767364" y="3253549"/>
                </a:cubicBezTo>
                <a:close/>
                <a:moveTo>
                  <a:pt x="8428620" y="3252939"/>
                </a:moveTo>
                <a:cubicBezTo>
                  <a:pt x="8435123" y="3252939"/>
                  <a:pt x="8441016" y="3254768"/>
                  <a:pt x="8446299" y="3258426"/>
                </a:cubicBezTo>
                <a:cubicBezTo>
                  <a:pt x="8451582" y="3262083"/>
                  <a:pt x="8457068" y="3267570"/>
                  <a:pt x="8462758" y="3274885"/>
                </a:cubicBezTo>
                <a:lnTo>
                  <a:pt x="8462758" y="3416922"/>
                </a:lnTo>
                <a:cubicBezTo>
                  <a:pt x="8451378" y="3436835"/>
                  <a:pt x="8438374" y="3446792"/>
                  <a:pt x="8423743" y="3446792"/>
                </a:cubicBezTo>
                <a:cubicBezTo>
                  <a:pt x="8411552" y="3446792"/>
                  <a:pt x="8402102" y="3439985"/>
                  <a:pt x="8395396" y="3426371"/>
                </a:cubicBezTo>
                <a:cubicBezTo>
                  <a:pt x="8388692" y="3412756"/>
                  <a:pt x="8385339" y="3387051"/>
                  <a:pt x="8385339" y="3349256"/>
                </a:cubicBezTo>
                <a:cubicBezTo>
                  <a:pt x="8385339" y="3285045"/>
                  <a:pt x="8399766" y="3252939"/>
                  <a:pt x="8428620" y="3252939"/>
                </a:cubicBezTo>
                <a:close/>
                <a:moveTo>
                  <a:pt x="6647446" y="3252939"/>
                </a:moveTo>
                <a:cubicBezTo>
                  <a:pt x="6653948" y="3252939"/>
                  <a:pt x="6659841" y="3254768"/>
                  <a:pt x="6665124" y="3258426"/>
                </a:cubicBezTo>
                <a:cubicBezTo>
                  <a:pt x="6670407" y="3262083"/>
                  <a:pt x="6675894" y="3267570"/>
                  <a:pt x="6681583" y="3274885"/>
                </a:cubicBezTo>
                <a:lnTo>
                  <a:pt x="6681583" y="3416922"/>
                </a:lnTo>
                <a:cubicBezTo>
                  <a:pt x="6670203" y="3436835"/>
                  <a:pt x="6657199" y="3446792"/>
                  <a:pt x="6642568" y="3446792"/>
                </a:cubicBezTo>
                <a:cubicBezTo>
                  <a:pt x="6630377" y="3446792"/>
                  <a:pt x="6620928" y="3439985"/>
                  <a:pt x="6614222" y="3426371"/>
                </a:cubicBezTo>
                <a:cubicBezTo>
                  <a:pt x="6607517" y="3412756"/>
                  <a:pt x="6604164" y="3387051"/>
                  <a:pt x="6604164" y="3349256"/>
                </a:cubicBezTo>
                <a:cubicBezTo>
                  <a:pt x="6604164" y="3285045"/>
                  <a:pt x="6618591" y="3252939"/>
                  <a:pt x="6647446" y="3252939"/>
                </a:cubicBezTo>
                <a:close/>
                <a:moveTo>
                  <a:pt x="3085096" y="3252939"/>
                </a:moveTo>
                <a:cubicBezTo>
                  <a:pt x="3091599" y="3252939"/>
                  <a:pt x="3097491" y="3254768"/>
                  <a:pt x="3102775" y="3258426"/>
                </a:cubicBezTo>
                <a:cubicBezTo>
                  <a:pt x="3108058" y="3262083"/>
                  <a:pt x="3113545" y="3267570"/>
                  <a:pt x="3119234" y="3274885"/>
                </a:cubicBezTo>
                <a:lnTo>
                  <a:pt x="3119234" y="3416922"/>
                </a:lnTo>
                <a:cubicBezTo>
                  <a:pt x="3107855" y="3436835"/>
                  <a:pt x="3094850" y="3446792"/>
                  <a:pt x="3080220" y="3446792"/>
                </a:cubicBezTo>
                <a:cubicBezTo>
                  <a:pt x="3068028" y="3446792"/>
                  <a:pt x="3058579" y="3439985"/>
                  <a:pt x="3051873" y="3426371"/>
                </a:cubicBezTo>
                <a:cubicBezTo>
                  <a:pt x="3045168" y="3412756"/>
                  <a:pt x="3041815" y="3387051"/>
                  <a:pt x="3041815" y="3349256"/>
                </a:cubicBezTo>
                <a:cubicBezTo>
                  <a:pt x="3041815" y="3285045"/>
                  <a:pt x="3056242" y="3252939"/>
                  <a:pt x="3085096" y="3252939"/>
                </a:cubicBezTo>
                <a:close/>
                <a:moveTo>
                  <a:pt x="10869229" y="3244405"/>
                </a:moveTo>
                <a:cubicBezTo>
                  <a:pt x="10883047" y="3244405"/>
                  <a:pt x="10892700" y="3250196"/>
                  <a:pt x="10898186" y="3261778"/>
                </a:cubicBezTo>
                <a:cubicBezTo>
                  <a:pt x="10903673" y="3273361"/>
                  <a:pt x="10906416" y="3290938"/>
                  <a:pt x="10906416" y="3314509"/>
                </a:cubicBezTo>
                <a:lnTo>
                  <a:pt x="10906416" y="3318776"/>
                </a:lnTo>
                <a:lnTo>
                  <a:pt x="10828387" y="3318776"/>
                </a:lnTo>
                <a:cubicBezTo>
                  <a:pt x="10830012" y="3290734"/>
                  <a:pt x="10834077" y="3271329"/>
                  <a:pt x="10840579" y="3260559"/>
                </a:cubicBezTo>
                <a:cubicBezTo>
                  <a:pt x="10847081" y="3249790"/>
                  <a:pt x="10856633" y="3244405"/>
                  <a:pt x="10869229" y="3244405"/>
                </a:cubicBezTo>
                <a:close/>
                <a:moveTo>
                  <a:pt x="10116755" y="3244405"/>
                </a:moveTo>
                <a:cubicBezTo>
                  <a:pt x="10130573" y="3244405"/>
                  <a:pt x="10140225" y="3250196"/>
                  <a:pt x="10145711" y="3261778"/>
                </a:cubicBezTo>
                <a:cubicBezTo>
                  <a:pt x="10151197" y="3273361"/>
                  <a:pt x="10153941" y="3290938"/>
                  <a:pt x="10153941" y="3314509"/>
                </a:cubicBezTo>
                <a:lnTo>
                  <a:pt x="10153941" y="3318776"/>
                </a:lnTo>
                <a:lnTo>
                  <a:pt x="10075912" y="3318776"/>
                </a:lnTo>
                <a:cubicBezTo>
                  <a:pt x="10077538" y="3290734"/>
                  <a:pt x="10081601" y="3271329"/>
                  <a:pt x="10088104" y="3260559"/>
                </a:cubicBezTo>
                <a:cubicBezTo>
                  <a:pt x="10094606" y="3249790"/>
                  <a:pt x="10104156" y="3244405"/>
                  <a:pt x="10116755" y="3244405"/>
                </a:cubicBezTo>
                <a:close/>
                <a:moveTo>
                  <a:pt x="9535730" y="3244405"/>
                </a:moveTo>
                <a:cubicBezTo>
                  <a:pt x="9549548" y="3244405"/>
                  <a:pt x="9559200" y="3250196"/>
                  <a:pt x="9564686" y="3261778"/>
                </a:cubicBezTo>
                <a:cubicBezTo>
                  <a:pt x="9570172" y="3273361"/>
                  <a:pt x="9572916" y="3290938"/>
                  <a:pt x="9572916" y="3314509"/>
                </a:cubicBezTo>
                <a:lnTo>
                  <a:pt x="9572916" y="3318776"/>
                </a:lnTo>
                <a:lnTo>
                  <a:pt x="9494887" y="3318776"/>
                </a:lnTo>
                <a:cubicBezTo>
                  <a:pt x="9496513" y="3290734"/>
                  <a:pt x="9500576" y="3271329"/>
                  <a:pt x="9507079" y="3260559"/>
                </a:cubicBezTo>
                <a:cubicBezTo>
                  <a:pt x="9513581" y="3249790"/>
                  <a:pt x="9523131" y="3244405"/>
                  <a:pt x="9535730" y="3244405"/>
                </a:cubicBezTo>
                <a:close/>
                <a:moveTo>
                  <a:pt x="8754680" y="3244405"/>
                </a:moveTo>
                <a:cubicBezTo>
                  <a:pt x="8768498" y="3244405"/>
                  <a:pt x="8778150" y="3250196"/>
                  <a:pt x="8783636" y="3261778"/>
                </a:cubicBezTo>
                <a:cubicBezTo>
                  <a:pt x="8789122" y="3273361"/>
                  <a:pt x="8791866" y="3290938"/>
                  <a:pt x="8791866" y="3314509"/>
                </a:cubicBezTo>
                <a:lnTo>
                  <a:pt x="8791866" y="3318776"/>
                </a:lnTo>
                <a:lnTo>
                  <a:pt x="8713836" y="3318776"/>
                </a:lnTo>
                <a:cubicBezTo>
                  <a:pt x="8715462" y="3290734"/>
                  <a:pt x="8719526" y="3271329"/>
                  <a:pt x="8726029" y="3260559"/>
                </a:cubicBezTo>
                <a:cubicBezTo>
                  <a:pt x="8732532" y="3249790"/>
                  <a:pt x="8742082" y="3244405"/>
                  <a:pt x="8754680" y="3244405"/>
                </a:cubicBezTo>
                <a:close/>
                <a:moveTo>
                  <a:pt x="4182682" y="3244405"/>
                </a:moveTo>
                <a:cubicBezTo>
                  <a:pt x="4196498" y="3244405"/>
                  <a:pt x="4206150" y="3250196"/>
                  <a:pt x="4211637" y="3261778"/>
                </a:cubicBezTo>
                <a:cubicBezTo>
                  <a:pt x="4217123" y="3273361"/>
                  <a:pt x="4219866" y="3290938"/>
                  <a:pt x="4219866" y="3314509"/>
                </a:cubicBezTo>
                <a:lnTo>
                  <a:pt x="4219866" y="3318776"/>
                </a:lnTo>
                <a:lnTo>
                  <a:pt x="4141838" y="3318776"/>
                </a:lnTo>
                <a:cubicBezTo>
                  <a:pt x="4143464" y="3290734"/>
                  <a:pt x="4147528" y="3271329"/>
                  <a:pt x="4154030" y="3260559"/>
                </a:cubicBezTo>
                <a:cubicBezTo>
                  <a:pt x="4160533" y="3249790"/>
                  <a:pt x="4170083" y="3244405"/>
                  <a:pt x="4182682" y="3244405"/>
                </a:cubicBezTo>
                <a:close/>
                <a:moveTo>
                  <a:pt x="3411156" y="3244405"/>
                </a:moveTo>
                <a:cubicBezTo>
                  <a:pt x="3424974" y="3244405"/>
                  <a:pt x="3434626" y="3250196"/>
                  <a:pt x="3440113" y="3261778"/>
                </a:cubicBezTo>
                <a:cubicBezTo>
                  <a:pt x="3445598" y="3273361"/>
                  <a:pt x="3448342" y="3290938"/>
                  <a:pt x="3448342" y="3314509"/>
                </a:cubicBezTo>
                <a:lnTo>
                  <a:pt x="3448342" y="3318776"/>
                </a:lnTo>
                <a:lnTo>
                  <a:pt x="3370313" y="3318776"/>
                </a:lnTo>
                <a:cubicBezTo>
                  <a:pt x="3371939" y="3290734"/>
                  <a:pt x="3376003" y="3271329"/>
                  <a:pt x="3382505" y="3260559"/>
                </a:cubicBezTo>
                <a:cubicBezTo>
                  <a:pt x="3389007" y="3249790"/>
                  <a:pt x="3398558" y="3244405"/>
                  <a:pt x="3411156" y="3244405"/>
                </a:cubicBezTo>
                <a:close/>
                <a:moveTo>
                  <a:pt x="2649156" y="3244405"/>
                </a:moveTo>
                <a:cubicBezTo>
                  <a:pt x="2662974" y="3244405"/>
                  <a:pt x="2672626" y="3250196"/>
                  <a:pt x="2678112" y="3261778"/>
                </a:cubicBezTo>
                <a:cubicBezTo>
                  <a:pt x="2683599" y="3273361"/>
                  <a:pt x="2686342" y="3290938"/>
                  <a:pt x="2686342" y="3314509"/>
                </a:cubicBezTo>
                <a:lnTo>
                  <a:pt x="2686342" y="3318776"/>
                </a:lnTo>
                <a:lnTo>
                  <a:pt x="2608313" y="3318776"/>
                </a:lnTo>
                <a:cubicBezTo>
                  <a:pt x="2609939" y="3290734"/>
                  <a:pt x="2614002" y="3271329"/>
                  <a:pt x="2620505" y="3260559"/>
                </a:cubicBezTo>
                <a:cubicBezTo>
                  <a:pt x="2627007" y="3249790"/>
                  <a:pt x="2636558" y="3244405"/>
                  <a:pt x="2649156" y="3244405"/>
                </a:cubicBezTo>
                <a:close/>
                <a:moveTo>
                  <a:pt x="1868106" y="3244405"/>
                </a:moveTo>
                <a:cubicBezTo>
                  <a:pt x="1881924" y="3244405"/>
                  <a:pt x="1891576" y="3250196"/>
                  <a:pt x="1897062" y="3261778"/>
                </a:cubicBezTo>
                <a:cubicBezTo>
                  <a:pt x="1902549" y="3273361"/>
                  <a:pt x="1905292" y="3290938"/>
                  <a:pt x="1905292" y="3314509"/>
                </a:cubicBezTo>
                <a:lnTo>
                  <a:pt x="1905292" y="3318776"/>
                </a:lnTo>
                <a:lnTo>
                  <a:pt x="1827263" y="3318776"/>
                </a:lnTo>
                <a:cubicBezTo>
                  <a:pt x="1828888" y="3290734"/>
                  <a:pt x="1832952" y="3271329"/>
                  <a:pt x="1839455" y="3260559"/>
                </a:cubicBezTo>
                <a:cubicBezTo>
                  <a:pt x="1845957" y="3249790"/>
                  <a:pt x="1855508" y="3244405"/>
                  <a:pt x="1868106" y="3244405"/>
                </a:cubicBezTo>
                <a:close/>
                <a:moveTo>
                  <a:pt x="11474944" y="3200514"/>
                </a:moveTo>
                <a:cubicBezTo>
                  <a:pt x="11458688" y="3200514"/>
                  <a:pt x="11445073" y="3206305"/>
                  <a:pt x="11434101" y="3217887"/>
                </a:cubicBezTo>
                <a:cubicBezTo>
                  <a:pt x="11423128" y="3229470"/>
                  <a:pt x="11417641" y="3242982"/>
                  <a:pt x="11417641" y="3258426"/>
                </a:cubicBezTo>
                <a:cubicBezTo>
                  <a:pt x="11417641" y="3274275"/>
                  <a:pt x="11423128" y="3287890"/>
                  <a:pt x="11434101" y="3299269"/>
                </a:cubicBezTo>
                <a:cubicBezTo>
                  <a:pt x="11445073" y="3310648"/>
                  <a:pt x="11458688" y="3316338"/>
                  <a:pt x="11474944" y="3316338"/>
                </a:cubicBezTo>
                <a:cubicBezTo>
                  <a:pt x="11491607" y="3316338"/>
                  <a:pt x="11505322" y="3310750"/>
                  <a:pt x="11516092" y="3299574"/>
                </a:cubicBezTo>
                <a:cubicBezTo>
                  <a:pt x="11526861" y="3288398"/>
                  <a:pt x="11532246" y="3274682"/>
                  <a:pt x="11532246" y="3258426"/>
                </a:cubicBezTo>
                <a:cubicBezTo>
                  <a:pt x="11532246" y="3242982"/>
                  <a:pt x="11526760" y="3229470"/>
                  <a:pt x="11515786" y="3217887"/>
                </a:cubicBezTo>
                <a:cubicBezTo>
                  <a:pt x="11504814" y="3206305"/>
                  <a:pt x="11491200" y="3200514"/>
                  <a:pt x="11474944" y="3200514"/>
                </a:cubicBezTo>
                <a:close/>
                <a:moveTo>
                  <a:pt x="7363878" y="3187102"/>
                </a:moveTo>
                <a:lnTo>
                  <a:pt x="7363878" y="3512019"/>
                </a:lnTo>
                <a:lnTo>
                  <a:pt x="7469948" y="3512019"/>
                </a:lnTo>
                <a:lnTo>
                  <a:pt x="7469948" y="3187102"/>
                </a:lnTo>
                <a:close/>
                <a:moveTo>
                  <a:pt x="921245" y="3187102"/>
                </a:moveTo>
                <a:lnTo>
                  <a:pt x="1004760" y="3512019"/>
                </a:lnTo>
                <a:lnTo>
                  <a:pt x="1043165" y="3512019"/>
                </a:lnTo>
                <a:cubicBezTo>
                  <a:pt x="1035037" y="3532339"/>
                  <a:pt x="1023962" y="3547274"/>
                  <a:pt x="1009941" y="3556825"/>
                </a:cubicBezTo>
                <a:cubicBezTo>
                  <a:pt x="995921" y="3566375"/>
                  <a:pt x="974890" y="3572979"/>
                  <a:pt x="946848" y="3576637"/>
                </a:cubicBezTo>
                <a:lnTo>
                  <a:pt x="957821" y="3649179"/>
                </a:lnTo>
                <a:cubicBezTo>
                  <a:pt x="1053731" y="3644302"/>
                  <a:pt x="1113675" y="3598582"/>
                  <a:pt x="1137653" y="3512019"/>
                </a:cubicBezTo>
                <a:lnTo>
                  <a:pt x="1228483" y="3187102"/>
                </a:lnTo>
                <a:lnTo>
                  <a:pt x="1121803" y="3187102"/>
                </a:lnTo>
                <a:lnTo>
                  <a:pt x="1071816" y="3445573"/>
                </a:lnTo>
                <a:lnTo>
                  <a:pt x="1030363" y="3187102"/>
                </a:lnTo>
                <a:close/>
                <a:moveTo>
                  <a:pt x="11162829" y="3176130"/>
                </a:moveTo>
                <a:cubicBezTo>
                  <a:pt x="11136412" y="3176130"/>
                  <a:pt x="11113654" y="3180600"/>
                  <a:pt x="11094553" y="3189541"/>
                </a:cubicBezTo>
                <a:cubicBezTo>
                  <a:pt x="11075452" y="3198482"/>
                  <a:pt x="11060925" y="3210775"/>
                  <a:pt x="11050967" y="3226422"/>
                </a:cubicBezTo>
                <a:cubicBezTo>
                  <a:pt x="11041010" y="3242068"/>
                  <a:pt x="11036032" y="3259645"/>
                  <a:pt x="11036032" y="3279152"/>
                </a:cubicBezTo>
                <a:cubicBezTo>
                  <a:pt x="11036032" y="3303536"/>
                  <a:pt x="11042839" y="3323754"/>
                  <a:pt x="11056453" y="3339807"/>
                </a:cubicBezTo>
                <a:cubicBezTo>
                  <a:pt x="11070068" y="3355860"/>
                  <a:pt x="11091709" y="3369170"/>
                  <a:pt x="11121376" y="3379736"/>
                </a:cubicBezTo>
                <a:cubicBezTo>
                  <a:pt x="11138039" y="3385426"/>
                  <a:pt x="11150332" y="3390303"/>
                  <a:pt x="11158257" y="3394366"/>
                </a:cubicBezTo>
                <a:cubicBezTo>
                  <a:pt x="11166181" y="3398430"/>
                  <a:pt x="11171567" y="3402596"/>
                  <a:pt x="11174411" y="3406863"/>
                </a:cubicBezTo>
                <a:cubicBezTo>
                  <a:pt x="11177255" y="3411130"/>
                  <a:pt x="11178678" y="3416718"/>
                  <a:pt x="11178678" y="3423627"/>
                </a:cubicBezTo>
                <a:cubicBezTo>
                  <a:pt x="11178678" y="3431755"/>
                  <a:pt x="11175732" y="3438054"/>
                  <a:pt x="11169839" y="3442525"/>
                </a:cubicBezTo>
                <a:cubicBezTo>
                  <a:pt x="11163946" y="3446995"/>
                  <a:pt x="11155513" y="3449230"/>
                  <a:pt x="11144541" y="3449230"/>
                </a:cubicBezTo>
                <a:cubicBezTo>
                  <a:pt x="11120970" y="3449230"/>
                  <a:pt x="11096382" y="3438867"/>
                  <a:pt x="11070779" y="3418141"/>
                </a:cubicBezTo>
                <a:lnTo>
                  <a:pt x="11021402" y="3473614"/>
                </a:lnTo>
                <a:cubicBezTo>
                  <a:pt x="11036845" y="3489058"/>
                  <a:pt x="11055640" y="3501148"/>
                  <a:pt x="11077789" y="3509886"/>
                </a:cubicBezTo>
                <a:cubicBezTo>
                  <a:pt x="11099939" y="3518623"/>
                  <a:pt x="11123814" y="3522992"/>
                  <a:pt x="11149417" y="3522992"/>
                </a:cubicBezTo>
                <a:cubicBezTo>
                  <a:pt x="11175834" y="3522992"/>
                  <a:pt x="11199506" y="3518623"/>
                  <a:pt x="11220436" y="3509886"/>
                </a:cubicBezTo>
                <a:cubicBezTo>
                  <a:pt x="11241366" y="3501148"/>
                  <a:pt x="11257621" y="3488550"/>
                  <a:pt x="11269204" y="3472090"/>
                </a:cubicBezTo>
                <a:cubicBezTo>
                  <a:pt x="11280786" y="3455631"/>
                  <a:pt x="11286577" y="3436429"/>
                  <a:pt x="11286577" y="3414483"/>
                </a:cubicBezTo>
                <a:cubicBezTo>
                  <a:pt x="11286577" y="3388067"/>
                  <a:pt x="11279567" y="3367138"/>
                  <a:pt x="11265546" y="3351695"/>
                </a:cubicBezTo>
                <a:cubicBezTo>
                  <a:pt x="11251526" y="3336251"/>
                  <a:pt x="11229884" y="3323246"/>
                  <a:pt x="11200624" y="3312680"/>
                </a:cubicBezTo>
                <a:cubicBezTo>
                  <a:pt x="11183149" y="3306584"/>
                  <a:pt x="11170245" y="3301402"/>
                  <a:pt x="11161914" y="3297135"/>
                </a:cubicBezTo>
                <a:cubicBezTo>
                  <a:pt x="11153583" y="3292868"/>
                  <a:pt x="11147995" y="3288906"/>
                  <a:pt x="11145150" y="3285248"/>
                </a:cubicBezTo>
                <a:cubicBezTo>
                  <a:pt x="11142306" y="3281590"/>
                  <a:pt x="11140883" y="3277120"/>
                  <a:pt x="11140883" y="3271837"/>
                </a:cubicBezTo>
                <a:cubicBezTo>
                  <a:pt x="11140883" y="3265334"/>
                  <a:pt x="11143422" y="3260153"/>
                  <a:pt x="11148503" y="3256292"/>
                </a:cubicBezTo>
                <a:cubicBezTo>
                  <a:pt x="11153583" y="3252431"/>
                  <a:pt x="11160797" y="3250501"/>
                  <a:pt x="11170144" y="3250501"/>
                </a:cubicBezTo>
                <a:cubicBezTo>
                  <a:pt x="11192089" y="3250501"/>
                  <a:pt x="11214644" y="3258426"/>
                  <a:pt x="11237809" y="3274275"/>
                </a:cubicBezTo>
                <a:lnTo>
                  <a:pt x="11275605" y="3216973"/>
                </a:lnTo>
                <a:cubicBezTo>
                  <a:pt x="11261787" y="3204374"/>
                  <a:pt x="11245024" y="3194418"/>
                  <a:pt x="11225312" y="3187102"/>
                </a:cubicBezTo>
                <a:cubicBezTo>
                  <a:pt x="11205602" y="3179787"/>
                  <a:pt x="11184774" y="3176130"/>
                  <a:pt x="11162829" y="3176130"/>
                </a:cubicBezTo>
                <a:close/>
                <a:moveTo>
                  <a:pt x="10868011" y="3176130"/>
                </a:moveTo>
                <a:cubicBezTo>
                  <a:pt x="10836717" y="3176130"/>
                  <a:pt x="10810200" y="3183648"/>
                  <a:pt x="10788458" y="3198685"/>
                </a:cubicBezTo>
                <a:cubicBezTo>
                  <a:pt x="10766716" y="3213722"/>
                  <a:pt x="10750358" y="3234448"/>
                  <a:pt x="10739385" y="3260864"/>
                </a:cubicBezTo>
                <a:cubicBezTo>
                  <a:pt x="10728412" y="3287280"/>
                  <a:pt x="10722926" y="3317354"/>
                  <a:pt x="10722926" y="3351085"/>
                </a:cubicBezTo>
                <a:cubicBezTo>
                  <a:pt x="10722926" y="3403917"/>
                  <a:pt x="10736134" y="3445776"/>
                  <a:pt x="10762550" y="3476662"/>
                </a:cubicBezTo>
                <a:cubicBezTo>
                  <a:pt x="10788967" y="3507549"/>
                  <a:pt x="10827574" y="3522992"/>
                  <a:pt x="10878374" y="3522992"/>
                </a:cubicBezTo>
                <a:cubicBezTo>
                  <a:pt x="10924704" y="3522992"/>
                  <a:pt x="10964938" y="3507752"/>
                  <a:pt x="10999075" y="3477272"/>
                </a:cubicBezTo>
                <a:lnTo>
                  <a:pt x="10956403" y="3419970"/>
                </a:lnTo>
                <a:cubicBezTo>
                  <a:pt x="10943397" y="3429317"/>
                  <a:pt x="10931511" y="3436124"/>
                  <a:pt x="10920741" y="3440391"/>
                </a:cubicBezTo>
                <a:cubicBezTo>
                  <a:pt x="10909972" y="3444658"/>
                  <a:pt x="10898896" y="3446792"/>
                  <a:pt x="10887518" y="3446792"/>
                </a:cubicBezTo>
                <a:cubicBezTo>
                  <a:pt x="10869636" y="3446792"/>
                  <a:pt x="10856022" y="3442118"/>
                  <a:pt x="10846675" y="3432771"/>
                </a:cubicBezTo>
                <a:cubicBezTo>
                  <a:pt x="10837327" y="3423424"/>
                  <a:pt x="10831435" y="3405949"/>
                  <a:pt x="10828996" y="3380346"/>
                </a:cubicBezTo>
                <a:lnTo>
                  <a:pt x="11008219" y="3380346"/>
                </a:lnTo>
                <a:cubicBezTo>
                  <a:pt x="11009844" y="3366528"/>
                  <a:pt x="11010657" y="3354539"/>
                  <a:pt x="11010657" y="3344379"/>
                </a:cubicBezTo>
                <a:cubicBezTo>
                  <a:pt x="11010657" y="3290328"/>
                  <a:pt x="10997855" y="3248774"/>
                  <a:pt x="10972252" y="3219716"/>
                </a:cubicBezTo>
                <a:cubicBezTo>
                  <a:pt x="10946649" y="3190658"/>
                  <a:pt x="10911902" y="3176130"/>
                  <a:pt x="10868011" y="3176130"/>
                </a:cubicBezTo>
                <a:close/>
                <a:moveTo>
                  <a:pt x="10115536" y="3176130"/>
                </a:moveTo>
                <a:cubicBezTo>
                  <a:pt x="10084243" y="3176130"/>
                  <a:pt x="10057725" y="3183648"/>
                  <a:pt x="10035983" y="3198685"/>
                </a:cubicBezTo>
                <a:cubicBezTo>
                  <a:pt x="10014240" y="3213722"/>
                  <a:pt x="9997883" y="3234448"/>
                  <a:pt x="9986910" y="3260864"/>
                </a:cubicBezTo>
                <a:cubicBezTo>
                  <a:pt x="9975937" y="3287280"/>
                  <a:pt x="9970451" y="3317354"/>
                  <a:pt x="9970451" y="3351085"/>
                </a:cubicBezTo>
                <a:cubicBezTo>
                  <a:pt x="9970451" y="3403917"/>
                  <a:pt x="9983659" y="3445776"/>
                  <a:pt x="10010075" y="3476662"/>
                </a:cubicBezTo>
                <a:cubicBezTo>
                  <a:pt x="10036491" y="3507549"/>
                  <a:pt x="10075099" y="3522992"/>
                  <a:pt x="10125899" y="3522992"/>
                </a:cubicBezTo>
                <a:cubicBezTo>
                  <a:pt x="10172228" y="3522992"/>
                  <a:pt x="10212462" y="3507752"/>
                  <a:pt x="10246600" y="3477272"/>
                </a:cubicBezTo>
                <a:lnTo>
                  <a:pt x="10203928" y="3419970"/>
                </a:lnTo>
                <a:cubicBezTo>
                  <a:pt x="10190923" y="3429317"/>
                  <a:pt x="10179036" y="3436124"/>
                  <a:pt x="10168266" y="3440391"/>
                </a:cubicBezTo>
                <a:cubicBezTo>
                  <a:pt x="10157496" y="3444658"/>
                  <a:pt x="10146422" y="3446792"/>
                  <a:pt x="10135043" y="3446792"/>
                </a:cubicBezTo>
                <a:cubicBezTo>
                  <a:pt x="10117161" y="3446792"/>
                  <a:pt x="10103547" y="3442118"/>
                  <a:pt x="10094200" y="3432771"/>
                </a:cubicBezTo>
                <a:cubicBezTo>
                  <a:pt x="10084853" y="3423424"/>
                  <a:pt x="10078960" y="3405949"/>
                  <a:pt x="10076521" y="3380346"/>
                </a:cubicBezTo>
                <a:lnTo>
                  <a:pt x="10255744" y="3380346"/>
                </a:lnTo>
                <a:cubicBezTo>
                  <a:pt x="10257370" y="3366528"/>
                  <a:pt x="10258182" y="3354539"/>
                  <a:pt x="10258182" y="3344379"/>
                </a:cubicBezTo>
                <a:cubicBezTo>
                  <a:pt x="10258182" y="3290328"/>
                  <a:pt x="10245380" y="3248774"/>
                  <a:pt x="10219777" y="3219716"/>
                </a:cubicBezTo>
                <a:cubicBezTo>
                  <a:pt x="10194174" y="3190658"/>
                  <a:pt x="10159427" y="3176130"/>
                  <a:pt x="10115536" y="3176130"/>
                </a:cubicBezTo>
                <a:close/>
                <a:moveTo>
                  <a:pt x="9856151" y="3176130"/>
                </a:moveTo>
                <a:cubicBezTo>
                  <a:pt x="9825264" y="3176130"/>
                  <a:pt x="9798341" y="3183343"/>
                  <a:pt x="9775379" y="3197770"/>
                </a:cubicBezTo>
                <a:cubicBezTo>
                  <a:pt x="9752417" y="3212198"/>
                  <a:pt x="9734739" y="3232721"/>
                  <a:pt x="9722344" y="3259340"/>
                </a:cubicBezTo>
                <a:cubicBezTo>
                  <a:pt x="9709949" y="3285959"/>
                  <a:pt x="9703751" y="3316947"/>
                  <a:pt x="9703751" y="3352304"/>
                </a:cubicBezTo>
                <a:cubicBezTo>
                  <a:pt x="9703751" y="3405949"/>
                  <a:pt x="9717365" y="3447808"/>
                  <a:pt x="9744594" y="3477882"/>
                </a:cubicBezTo>
                <a:cubicBezTo>
                  <a:pt x="9771823" y="3507955"/>
                  <a:pt x="9809619" y="3522992"/>
                  <a:pt x="9857980" y="3522992"/>
                </a:cubicBezTo>
                <a:cubicBezTo>
                  <a:pt x="9897401" y="3522992"/>
                  <a:pt x="9931741" y="3509987"/>
                  <a:pt x="9961002" y="3483978"/>
                </a:cubicBezTo>
                <a:lnTo>
                  <a:pt x="9915282" y="3421798"/>
                </a:lnTo>
                <a:cubicBezTo>
                  <a:pt x="9904716" y="3428707"/>
                  <a:pt x="9895775" y="3433686"/>
                  <a:pt x="9888460" y="3436734"/>
                </a:cubicBezTo>
                <a:cubicBezTo>
                  <a:pt x="9881144" y="3439782"/>
                  <a:pt x="9873220" y="3441306"/>
                  <a:pt x="9864686" y="3441306"/>
                </a:cubicBezTo>
                <a:cubicBezTo>
                  <a:pt x="9848429" y="3441306"/>
                  <a:pt x="9835933" y="3434803"/>
                  <a:pt x="9827195" y="3421798"/>
                </a:cubicBezTo>
                <a:cubicBezTo>
                  <a:pt x="9818458" y="3408794"/>
                  <a:pt x="9814089" y="3385426"/>
                  <a:pt x="9814089" y="3351695"/>
                </a:cubicBezTo>
                <a:cubicBezTo>
                  <a:pt x="9814089" y="3316338"/>
                  <a:pt x="9818356" y="3291547"/>
                  <a:pt x="9826890" y="3277323"/>
                </a:cubicBezTo>
                <a:cubicBezTo>
                  <a:pt x="9835425" y="3263099"/>
                  <a:pt x="9848226" y="3255987"/>
                  <a:pt x="9865295" y="3255987"/>
                </a:cubicBezTo>
                <a:cubicBezTo>
                  <a:pt x="9881957" y="3255987"/>
                  <a:pt x="9899229" y="3263099"/>
                  <a:pt x="9917111" y="3277323"/>
                </a:cubicBezTo>
                <a:lnTo>
                  <a:pt x="9961002" y="3217583"/>
                </a:lnTo>
                <a:cubicBezTo>
                  <a:pt x="9946372" y="3203765"/>
                  <a:pt x="9930522" y="3193402"/>
                  <a:pt x="9913453" y="3186493"/>
                </a:cubicBezTo>
                <a:cubicBezTo>
                  <a:pt x="9896385" y="3179584"/>
                  <a:pt x="9877284" y="3176130"/>
                  <a:pt x="9856151" y="3176130"/>
                </a:cubicBezTo>
                <a:close/>
                <a:moveTo>
                  <a:pt x="9534511" y="3176130"/>
                </a:moveTo>
                <a:cubicBezTo>
                  <a:pt x="9503218" y="3176130"/>
                  <a:pt x="9476700" y="3183648"/>
                  <a:pt x="9454958" y="3198685"/>
                </a:cubicBezTo>
                <a:cubicBezTo>
                  <a:pt x="9433215" y="3213722"/>
                  <a:pt x="9416858" y="3234448"/>
                  <a:pt x="9405885" y="3260864"/>
                </a:cubicBezTo>
                <a:cubicBezTo>
                  <a:pt x="9394912" y="3287280"/>
                  <a:pt x="9389426" y="3317354"/>
                  <a:pt x="9389426" y="3351085"/>
                </a:cubicBezTo>
                <a:cubicBezTo>
                  <a:pt x="9389426" y="3403917"/>
                  <a:pt x="9402634" y="3445776"/>
                  <a:pt x="9429050" y="3476662"/>
                </a:cubicBezTo>
                <a:cubicBezTo>
                  <a:pt x="9455466" y="3507549"/>
                  <a:pt x="9494074" y="3522992"/>
                  <a:pt x="9544874" y="3522992"/>
                </a:cubicBezTo>
                <a:cubicBezTo>
                  <a:pt x="9591203" y="3522992"/>
                  <a:pt x="9631437" y="3507752"/>
                  <a:pt x="9665575" y="3477272"/>
                </a:cubicBezTo>
                <a:lnTo>
                  <a:pt x="9622903" y="3419970"/>
                </a:lnTo>
                <a:cubicBezTo>
                  <a:pt x="9609898" y="3429317"/>
                  <a:pt x="9598011" y="3436124"/>
                  <a:pt x="9587241" y="3440391"/>
                </a:cubicBezTo>
                <a:cubicBezTo>
                  <a:pt x="9576471" y="3444658"/>
                  <a:pt x="9565397" y="3446792"/>
                  <a:pt x="9554018" y="3446792"/>
                </a:cubicBezTo>
                <a:cubicBezTo>
                  <a:pt x="9536136" y="3446792"/>
                  <a:pt x="9522522" y="3442118"/>
                  <a:pt x="9513175" y="3432771"/>
                </a:cubicBezTo>
                <a:cubicBezTo>
                  <a:pt x="9503828" y="3423424"/>
                  <a:pt x="9497935" y="3405949"/>
                  <a:pt x="9495496" y="3380346"/>
                </a:cubicBezTo>
                <a:lnTo>
                  <a:pt x="9674719" y="3380346"/>
                </a:lnTo>
                <a:cubicBezTo>
                  <a:pt x="9676345" y="3366528"/>
                  <a:pt x="9677157" y="3354539"/>
                  <a:pt x="9677157" y="3344379"/>
                </a:cubicBezTo>
                <a:cubicBezTo>
                  <a:pt x="9677157" y="3290328"/>
                  <a:pt x="9664355" y="3248774"/>
                  <a:pt x="9638752" y="3219716"/>
                </a:cubicBezTo>
                <a:cubicBezTo>
                  <a:pt x="9613149" y="3190658"/>
                  <a:pt x="9578402" y="3176130"/>
                  <a:pt x="9534511" y="3176130"/>
                </a:cubicBezTo>
                <a:close/>
                <a:moveTo>
                  <a:pt x="8753461" y="3176130"/>
                </a:moveTo>
                <a:cubicBezTo>
                  <a:pt x="8722168" y="3176130"/>
                  <a:pt x="8695650" y="3183648"/>
                  <a:pt x="8673908" y="3198685"/>
                </a:cubicBezTo>
                <a:cubicBezTo>
                  <a:pt x="8652166" y="3213722"/>
                  <a:pt x="8635808" y="3234448"/>
                  <a:pt x="8624835" y="3260864"/>
                </a:cubicBezTo>
                <a:cubicBezTo>
                  <a:pt x="8613862" y="3287280"/>
                  <a:pt x="8608376" y="3317354"/>
                  <a:pt x="8608376" y="3351085"/>
                </a:cubicBezTo>
                <a:cubicBezTo>
                  <a:pt x="8608376" y="3403917"/>
                  <a:pt x="8621584" y="3445776"/>
                  <a:pt x="8648000" y="3476662"/>
                </a:cubicBezTo>
                <a:cubicBezTo>
                  <a:pt x="8674416" y="3507549"/>
                  <a:pt x="8713024" y="3522992"/>
                  <a:pt x="8763824" y="3522992"/>
                </a:cubicBezTo>
                <a:cubicBezTo>
                  <a:pt x="8810154" y="3522992"/>
                  <a:pt x="8850387" y="3507752"/>
                  <a:pt x="8884525" y="3477272"/>
                </a:cubicBezTo>
                <a:lnTo>
                  <a:pt x="8841852" y="3419970"/>
                </a:lnTo>
                <a:cubicBezTo>
                  <a:pt x="8828848" y="3429317"/>
                  <a:pt x="8816961" y="3436124"/>
                  <a:pt x="8806192" y="3440391"/>
                </a:cubicBezTo>
                <a:cubicBezTo>
                  <a:pt x="8795421" y="3444658"/>
                  <a:pt x="8784348" y="3446792"/>
                  <a:pt x="8772968" y="3446792"/>
                </a:cubicBezTo>
                <a:cubicBezTo>
                  <a:pt x="8755086" y="3446792"/>
                  <a:pt x="8741472" y="3442118"/>
                  <a:pt x="8732125" y="3432771"/>
                </a:cubicBezTo>
                <a:cubicBezTo>
                  <a:pt x="8722778" y="3423424"/>
                  <a:pt x="8716884" y="3405949"/>
                  <a:pt x="8714446" y="3380346"/>
                </a:cubicBezTo>
                <a:lnTo>
                  <a:pt x="8893668" y="3380346"/>
                </a:lnTo>
                <a:cubicBezTo>
                  <a:pt x="8895294" y="3366528"/>
                  <a:pt x="8896108" y="3354539"/>
                  <a:pt x="8896108" y="3344379"/>
                </a:cubicBezTo>
                <a:cubicBezTo>
                  <a:pt x="8896108" y="3290328"/>
                  <a:pt x="8883306" y="3248774"/>
                  <a:pt x="8857702" y="3219716"/>
                </a:cubicBezTo>
                <a:cubicBezTo>
                  <a:pt x="8832099" y="3190658"/>
                  <a:pt x="8797352" y="3176130"/>
                  <a:pt x="8753461" y="3176130"/>
                </a:cubicBezTo>
                <a:close/>
                <a:moveTo>
                  <a:pt x="8037410" y="3176130"/>
                </a:moveTo>
                <a:cubicBezTo>
                  <a:pt x="8019528" y="3176130"/>
                  <a:pt x="8003577" y="3179991"/>
                  <a:pt x="7989556" y="3187712"/>
                </a:cubicBezTo>
                <a:cubicBezTo>
                  <a:pt x="7975535" y="3195434"/>
                  <a:pt x="7962226" y="3207219"/>
                  <a:pt x="7949627" y="3223069"/>
                </a:cubicBezTo>
                <a:lnTo>
                  <a:pt x="7942312" y="3187102"/>
                </a:lnTo>
                <a:lnTo>
                  <a:pt x="7849653" y="3187102"/>
                </a:lnTo>
                <a:lnTo>
                  <a:pt x="7849653" y="3512019"/>
                </a:lnTo>
                <a:lnTo>
                  <a:pt x="7955723" y="3512019"/>
                </a:lnTo>
                <a:lnTo>
                  <a:pt x="7955723" y="3289515"/>
                </a:lnTo>
                <a:cubicBezTo>
                  <a:pt x="7969541" y="3266757"/>
                  <a:pt x="7982343" y="3255378"/>
                  <a:pt x="7994128" y="3255378"/>
                </a:cubicBezTo>
                <a:cubicBezTo>
                  <a:pt x="7999818" y="3255378"/>
                  <a:pt x="8004187" y="3257613"/>
                  <a:pt x="8007235" y="3262083"/>
                </a:cubicBezTo>
                <a:cubicBezTo>
                  <a:pt x="8010283" y="3266554"/>
                  <a:pt x="8011806" y="3274072"/>
                  <a:pt x="8011806" y="3284638"/>
                </a:cubicBezTo>
                <a:lnTo>
                  <a:pt x="8011806" y="3512019"/>
                </a:lnTo>
                <a:lnTo>
                  <a:pt x="8117877" y="3512019"/>
                </a:lnTo>
                <a:lnTo>
                  <a:pt x="8117877" y="3270618"/>
                </a:lnTo>
                <a:cubicBezTo>
                  <a:pt x="8117877" y="3240951"/>
                  <a:pt x="8110764" y="3217786"/>
                  <a:pt x="8096541" y="3201123"/>
                </a:cubicBezTo>
                <a:cubicBezTo>
                  <a:pt x="8082317" y="3184461"/>
                  <a:pt x="8062606" y="3176130"/>
                  <a:pt x="8037410" y="3176130"/>
                </a:cubicBezTo>
                <a:close/>
                <a:moveTo>
                  <a:pt x="7662963" y="3176130"/>
                </a:moveTo>
                <a:cubicBezTo>
                  <a:pt x="7616227" y="3176130"/>
                  <a:pt x="7579550" y="3191370"/>
                  <a:pt x="7552930" y="3221850"/>
                </a:cubicBezTo>
                <a:cubicBezTo>
                  <a:pt x="7526310" y="3252330"/>
                  <a:pt x="7513001" y="3294799"/>
                  <a:pt x="7513001" y="3349256"/>
                </a:cubicBezTo>
                <a:cubicBezTo>
                  <a:pt x="7513001" y="3406152"/>
                  <a:pt x="7526209" y="3449332"/>
                  <a:pt x="7552625" y="3478796"/>
                </a:cubicBezTo>
                <a:cubicBezTo>
                  <a:pt x="7579041" y="3508260"/>
                  <a:pt x="7615821" y="3522992"/>
                  <a:pt x="7662963" y="3522992"/>
                </a:cubicBezTo>
                <a:cubicBezTo>
                  <a:pt x="7709699" y="3522992"/>
                  <a:pt x="7746376" y="3507752"/>
                  <a:pt x="7772995" y="3477272"/>
                </a:cubicBezTo>
                <a:cubicBezTo>
                  <a:pt x="7799615" y="3446792"/>
                  <a:pt x="7812924" y="3404323"/>
                  <a:pt x="7812924" y="3349866"/>
                </a:cubicBezTo>
                <a:cubicBezTo>
                  <a:pt x="7812924" y="3292970"/>
                  <a:pt x="7799615" y="3249790"/>
                  <a:pt x="7772995" y="3220326"/>
                </a:cubicBezTo>
                <a:cubicBezTo>
                  <a:pt x="7746376" y="3190862"/>
                  <a:pt x="7709699" y="3176130"/>
                  <a:pt x="7662963" y="3176130"/>
                </a:cubicBezTo>
                <a:close/>
                <a:moveTo>
                  <a:pt x="6961923" y="3176130"/>
                </a:moveTo>
                <a:cubicBezTo>
                  <a:pt x="6943228" y="3176130"/>
                  <a:pt x="6923416" y="3178263"/>
                  <a:pt x="6902487" y="3182531"/>
                </a:cubicBezTo>
                <a:cubicBezTo>
                  <a:pt x="6881557" y="3186798"/>
                  <a:pt x="6862152" y="3192995"/>
                  <a:pt x="6844270" y="3201123"/>
                </a:cubicBezTo>
                <a:lnTo>
                  <a:pt x="6867435" y="3268179"/>
                </a:lnTo>
                <a:cubicBezTo>
                  <a:pt x="6898321" y="3257207"/>
                  <a:pt x="6923518" y="3251720"/>
                  <a:pt x="6943025" y="3251720"/>
                </a:cubicBezTo>
                <a:cubicBezTo>
                  <a:pt x="6959688" y="3251720"/>
                  <a:pt x="6971067" y="3254971"/>
                  <a:pt x="6977163" y="3261474"/>
                </a:cubicBezTo>
                <a:cubicBezTo>
                  <a:pt x="6983259" y="3267976"/>
                  <a:pt x="6986307" y="3280371"/>
                  <a:pt x="6986307" y="3298659"/>
                </a:cubicBezTo>
                <a:lnTo>
                  <a:pt x="6986307" y="3310851"/>
                </a:lnTo>
                <a:lnTo>
                  <a:pt x="6964971" y="3310851"/>
                </a:lnTo>
                <a:cubicBezTo>
                  <a:pt x="6919048" y="3310851"/>
                  <a:pt x="6883996" y="3320300"/>
                  <a:pt x="6859815" y="3339198"/>
                </a:cubicBezTo>
                <a:cubicBezTo>
                  <a:pt x="6835634" y="3358095"/>
                  <a:pt x="6823543" y="3385426"/>
                  <a:pt x="6823543" y="3421189"/>
                </a:cubicBezTo>
                <a:cubicBezTo>
                  <a:pt x="6823543" y="3451669"/>
                  <a:pt x="6832281" y="3476256"/>
                  <a:pt x="6849756" y="3494950"/>
                </a:cubicBezTo>
                <a:cubicBezTo>
                  <a:pt x="6867232" y="3513645"/>
                  <a:pt x="6890600" y="3522992"/>
                  <a:pt x="6919860" y="3522992"/>
                </a:cubicBezTo>
                <a:cubicBezTo>
                  <a:pt x="6958468" y="3522992"/>
                  <a:pt x="6987933" y="3507346"/>
                  <a:pt x="7008253" y="3476053"/>
                </a:cubicBezTo>
                <a:cubicBezTo>
                  <a:pt x="7015568" y="3491090"/>
                  <a:pt x="7025423" y="3501961"/>
                  <a:pt x="7037818" y="3508666"/>
                </a:cubicBezTo>
                <a:cubicBezTo>
                  <a:pt x="7050213" y="3515372"/>
                  <a:pt x="7066368" y="3519538"/>
                  <a:pt x="7086281" y="3521163"/>
                </a:cubicBezTo>
                <a:lnTo>
                  <a:pt x="7107617" y="3452278"/>
                </a:lnTo>
                <a:cubicBezTo>
                  <a:pt x="7100709" y="3449434"/>
                  <a:pt x="7096035" y="3445573"/>
                  <a:pt x="7093596" y="3440696"/>
                </a:cubicBezTo>
                <a:cubicBezTo>
                  <a:pt x="7091158" y="3435819"/>
                  <a:pt x="7089939" y="3427895"/>
                  <a:pt x="7089939" y="3416922"/>
                </a:cubicBezTo>
                <a:lnTo>
                  <a:pt x="7089939" y="3292563"/>
                </a:lnTo>
                <a:cubicBezTo>
                  <a:pt x="7089939" y="3252736"/>
                  <a:pt x="7079576" y="3223374"/>
                  <a:pt x="7058849" y="3204476"/>
                </a:cubicBezTo>
                <a:cubicBezTo>
                  <a:pt x="7038123" y="3185578"/>
                  <a:pt x="7005814" y="3176130"/>
                  <a:pt x="6961923" y="3176130"/>
                </a:cubicBezTo>
                <a:close/>
                <a:moveTo>
                  <a:pt x="6380060" y="3176130"/>
                </a:moveTo>
                <a:cubicBezTo>
                  <a:pt x="6362178" y="3176130"/>
                  <a:pt x="6346227" y="3179991"/>
                  <a:pt x="6332206" y="3187712"/>
                </a:cubicBezTo>
                <a:cubicBezTo>
                  <a:pt x="6318185" y="3195434"/>
                  <a:pt x="6304876" y="3207219"/>
                  <a:pt x="6292277" y="3223069"/>
                </a:cubicBezTo>
                <a:lnTo>
                  <a:pt x="6284962" y="3187102"/>
                </a:lnTo>
                <a:lnTo>
                  <a:pt x="6192303" y="3187102"/>
                </a:lnTo>
                <a:lnTo>
                  <a:pt x="6192303" y="3512019"/>
                </a:lnTo>
                <a:lnTo>
                  <a:pt x="6298373" y="3512019"/>
                </a:lnTo>
                <a:lnTo>
                  <a:pt x="6298373" y="3289515"/>
                </a:lnTo>
                <a:cubicBezTo>
                  <a:pt x="6312191" y="3266757"/>
                  <a:pt x="6324993" y="3255378"/>
                  <a:pt x="6336778" y="3255378"/>
                </a:cubicBezTo>
                <a:cubicBezTo>
                  <a:pt x="6342468" y="3255378"/>
                  <a:pt x="6346837" y="3257613"/>
                  <a:pt x="6349885" y="3262083"/>
                </a:cubicBezTo>
                <a:cubicBezTo>
                  <a:pt x="6352933" y="3266554"/>
                  <a:pt x="6354456" y="3274072"/>
                  <a:pt x="6354456" y="3284638"/>
                </a:cubicBezTo>
                <a:lnTo>
                  <a:pt x="6354456" y="3512019"/>
                </a:lnTo>
                <a:lnTo>
                  <a:pt x="6460527" y="3512019"/>
                </a:lnTo>
                <a:lnTo>
                  <a:pt x="6460527" y="3270618"/>
                </a:lnTo>
                <a:cubicBezTo>
                  <a:pt x="6460527" y="3240951"/>
                  <a:pt x="6453414" y="3217786"/>
                  <a:pt x="6439191" y="3201123"/>
                </a:cubicBezTo>
                <a:cubicBezTo>
                  <a:pt x="6424967" y="3184461"/>
                  <a:pt x="6405256" y="3176130"/>
                  <a:pt x="6380060" y="3176130"/>
                </a:cubicBezTo>
                <a:close/>
                <a:moveTo>
                  <a:pt x="6009423" y="3176130"/>
                </a:moveTo>
                <a:cubicBezTo>
                  <a:pt x="5990729" y="3176130"/>
                  <a:pt x="5970916" y="3178263"/>
                  <a:pt x="5949987" y="3182531"/>
                </a:cubicBezTo>
                <a:cubicBezTo>
                  <a:pt x="5929057" y="3186798"/>
                  <a:pt x="5909652" y="3192995"/>
                  <a:pt x="5891770" y="3201123"/>
                </a:cubicBezTo>
                <a:lnTo>
                  <a:pt x="5914935" y="3268179"/>
                </a:lnTo>
                <a:cubicBezTo>
                  <a:pt x="5945821" y="3257207"/>
                  <a:pt x="5971018" y="3251720"/>
                  <a:pt x="5990525" y="3251720"/>
                </a:cubicBezTo>
                <a:cubicBezTo>
                  <a:pt x="6007188" y="3251720"/>
                  <a:pt x="6018567" y="3254971"/>
                  <a:pt x="6024663" y="3261474"/>
                </a:cubicBezTo>
                <a:cubicBezTo>
                  <a:pt x="6030759" y="3267976"/>
                  <a:pt x="6033807" y="3280371"/>
                  <a:pt x="6033807" y="3298659"/>
                </a:cubicBezTo>
                <a:lnTo>
                  <a:pt x="6033807" y="3310851"/>
                </a:lnTo>
                <a:lnTo>
                  <a:pt x="6012471" y="3310851"/>
                </a:lnTo>
                <a:cubicBezTo>
                  <a:pt x="5966548" y="3310851"/>
                  <a:pt x="5931496" y="3320300"/>
                  <a:pt x="5907315" y="3339198"/>
                </a:cubicBezTo>
                <a:cubicBezTo>
                  <a:pt x="5883134" y="3358095"/>
                  <a:pt x="5871043" y="3385426"/>
                  <a:pt x="5871043" y="3421189"/>
                </a:cubicBezTo>
                <a:cubicBezTo>
                  <a:pt x="5871043" y="3451669"/>
                  <a:pt x="5879781" y="3476256"/>
                  <a:pt x="5897256" y="3494950"/>
                </a:cubicBezTo>
                <a:cubicBezTo>
                  <a:pt x="5914732" y="3513645"/>
                  <a:pt x="5938100" y="3522992"/>
                  <a:pt x="5967360" y="3522992"/>
                </a:cubicBezTo>
                <a:cubicBezTo>
                  <a:pt x="6005968" y="3522992"/>
                  <a:pt x="6035433" y="3507346"/>
                  <a:pt x="6055753" y="3476053"/>
                </a:cubicBezTo>
                <a:cubicBezTo>
                  <a:pt x="6063068" y="3491090"/>
                  <a:pt x="6072923" y="3501961"/>
                  <a:pt x="6085318" y="3508666"/>
                </a:cubicBezTo>
                <a:cubicBezTo>
                  <a:pt x="6097713" y="3515372"/>
                  <a:pt x="6113868" y="3519538"/>
                  <a:pt x="6133781" y="3521163"/>
                </a:cubicBezTo>
                <a:lnTo>
                  <a:pt x="6155117" y="3452278"/>
                </a:lnTo>
                <a:cubicBezTo>
                  <a:pt x="6148209" y="3449434"/>
                  <a:pt x="6143535" y="3445573"/>
                  <a:pt x="6141096" y="3440696"/>
                </a:cubicBezTo>
                <a:cubicBezTo>
                  <a:pt x="6138658" y="3435819"/>
                  <a:pt x="6137439" y="3427895"/>
                  <a:pt x="6137439" y="3416922"/>
                </a:cubicBezTo>
                <a:lnTo>
                  <a:pt x="6137439" y="3292563"/>
                </a:lnTo>
                <a:cubicBezTo>
                  <a:pt x="6137439" y="3252736"/>
                  <a:pt x="6127076" y="3223374"/>
                  <a:pt x="6106349" y="3204476"/>
                </a:cubicBezTo>
                <a:cubicBezTo>
                  <a:pt x="6085623" y="3185578"/>
                  <a:pt x="6053314" y="3176130"/>
                  <a:pt x="6009423" y="3176130"/>
                </a:cubicBezTo>
                <a:close/>
                <a:moveTo>
                  <a:pt x="5604267" y="3176130"/>
                </a:moveTo>
                <a:cubicBezTo>
                  <a:pt x="5587199" y="3176130"/>
                  <a:pt x="5571857" y="3179991"/>
                  <a:pt x="5558243" y="3187712"/>
                </a:cubicBezTo>
                <a:cubicBezTo>
                  <a:pt x="5544628" y="3195434"/>
                  <a:pt x="5531928" y="3207422"/>
                  <a:pt x="5520143" y="3223678"/>
                </a:cubicBezTo>
                <a:lnTo>
                  <a:pt x="5513437" y="3187102"/>
                </a:lnTo>
                <a:lnTo>
                  <a:pt x="5420778" y="3187102"/>
                </a:lnTo>
                <a:lnTo>
                  <a:pt x="5420778" y="3512019"/>
                </a:lnTo>
                <a:lnTo>
                  <a:pt x="5525629" y="3512019"/>
                </a:lnTo>
                <a:lnTo>
                  <a:pt x="5525629" y="3287077"/>
                </a:lnTo>
                <a:cubicBezTo>
                  <a:pt x="5536195" y="3265944"/>
                  <a:pt x="5547371" y="3255378"/>
                  <a:pt x="5559157" y="3255378"/>
                </a:cubicBezTo>
                <a:cubicBezTo>
                  <a:pt x="5570130" y="3255378"/>
                  <a:pt x="5575616" y="3265131"/>
                  <a:pt x="5575616" y="3284638"/>
                </a:cubicBezTo>
                <a:lnTo>
                  <a:pt x="5575616" y="3512019"/>
                </a:lnTo>
                <a:lnTo>
                  <a:pt x="5679858" y="3512019"/>
                </a:lnTo>
                <a:lnTo>
                  <a:pt x="5679858" y="3287077"/>
                </a:lnTo>
                <a:cubicBezTo>
                  <a:pt x="5690424" y="3265944"/>
                  <a:pt x="5701600" y="3255378"/>
                  <a:pt x="5713386" y="3255378"/>
                </a:cubicBezTo>
                <a:cubicBezTo>
                  <a:pt x="5724359" y="3255378"/>
                  <a:pt x="5729845" y="3265131"/>
                  <a:pt x="5729845" y="3284638"/>
                </a:cubicBezTo>
                <a:lnTo>
                  <a:pt x="5729845" y="3512019"/>
                </a:lnTo>
                <a:lnTo>
                  <a:pt x="5834696" y="3512019"/>
                </a:lnTo>
                <a:lnTo>
                  <a:pt x="5834696" y="3270618"/>
                </a:lnTo>
                <a:cubicBezTo>
                  <a:pt x="5834696" y="3241763"/>
                  <a:pt x="5827686" y="3218802"/>
                  <a:pt x="5813665" y="3201733"/>
                </a:cubicBezTo>
                <a:cubicBezTo>
                  <a:pt x="5799644" y="3184664"/>
                  <a:pt x="5781254" y="3176130"/>
                  <a:pt x="5758497" y="3176130"/>
                </a:cubicBezTo>
                <a:cubicBezTo>
                  <a:pt x="5740615" y="3176130"/>
                  <a:pt x="5724663" y="3180194"/>
                  <a:pt x="5710643" y="3188322"/>
                </a:cubicBezTo>
                <a:cubicBezTo>
                  <a:pt x="5696622" y="3196450"/>
                  <a:pt x="5683718" y="3208845"/>
                  <a:pt x="5671933" y="3225507"/>
                </a:cubicBezTo>
                <a:cubicBezTo>
                  <a:pt x="5665837" y="3209658"/>
                  <a:pt x="5656896" y="3197466"/>
                  <a:pt x="5645111" y="3188931"/>
                </a:cubicBezTo>
                <a:cubicBezTo>
                  <a:pt x="5633325" y="3180397"/>
                  <a:pt x="5619711" y="3176130"/>
                  <a:pt x="5604267" y="3176130"/>
                </a:cubicBezTo>
                <a:close/>
                <a:moveTo>
                  <a:pt x="5137543" y="3176130"/>
                </a:moveTo>
                <a:cubicBezTo>
                  <a:pt x="5120474" y="3176130"/>
                  <a:pt x="5105133" y="3179991"/>
                  <a:pt x="5091519" y="3187712"/>
                </a:cubicBezTo>
                <a:cubicBezTo>
                  <a:pt x="5077904" y="3195434"/>
                  <a:pt x="5065205" y="3207422"/>
                  <a:pt x="5053418" y="3223678"/>
                </a:cubicBezTo>
                <a:lnTo>
                  <a:pt x="5046713" y="3187102"/>
                </a:lnTo>
                <a:lnTo>
                  <a:pt x="4954054" y="3187102"/>
                </a:lnTo>
                <a:lnTo>
                  <a:pt x="4954054" y="3512019"/>
                </a:lnTo>
                <a:lnTo>
                  <a:pt x="5058904" y="3512019"/>
                </a:lnTo>
                <a:lnTo>
                  <a:pt x="5058904" y="3287077"/>
                </a:lnTo>
                <a:cubicBezTo>
                  <a:pt x="5069472" y="3265944"/>
                  <a:pt x="5080647" y="3255378"/>
                  <a:pt x="5092433" y="3255378"/>
                </a:cubicBezTo>
                <a:cubicBezTo>
                  <a:pt x="5103405" y="3255378"/>
                  <a:pt x="5108892" y="3265131"/>
                  <a:pt x="5108892" y="3284638"/>
                </a:cubicBezTo>
                <a:lnTo>
                  <a:pt x="5108892" y="3512019"/>
                </a:lnTo>
                <a:lnTo>
                  <a:pt x="5213133" y="3512019"/>
                </a:lnTo>
                <a:lnTo>
                  <a:pt x="5213133" y="3287077"/>
                </a:lnTo>
                <a:cubicBezTo>
                  <a:pt x="5223700" y="3265944"/>
                  <a:pt x="5234875" y="3255378"/>
                  <a:pt x="5246661" y="3255378"/>
                </a:cubicBezTo>
                <a:cubicBezTo>
                  <a:pt x="5257634" y="3255378"/>
                  <a:pt x="5263120" y="3265131"/>
                  <a:pt x="5263120" y="3284638"/>
                </a:cubicBezTo>
                <a:lnTo>
                  <a:pt x="5263120" y="3512019"/>
                </a:lnTo>
                <a:lnTo>
                  <a:pt x="5367972" y="3512019"/>
                </a:lnTo>
                <a:lnTo>
                  <a:pt x="5367972" y="3270618"/>
                </a:lnTo>
                <a:cubicBezTo>
                  <a:pt x="5367972" y="3241763"/>
                  <a:pt x="5360961" y="3218802"/>
                  <a:pt x="5346941" y="3201733"/>
                </a:cubicBezTo>
                <a:cubicBezTo>
                  <a:pt x="5332920" y="3184664"/>
                  <a:pt x="5314531" y="3176130"/>
                  <a:pt x="5291772" y="3176130"/>
                </a:cubicBezTo>
                <a:cubicBezTo>
                  <a:pt x="5273890" y="3176130"/>
                  <a:pt x="5257939" y="3180194"/>
                  <a:pt x="5243918" y="3188322"/>
                </a:cubicBezTo>
                <a:cubicBezTo>
                  <a:pt x="5229897" y="3196450"/>
                  <a:pt x="5216994" y="3208845"/>
                  <a:pt x="5205209" y="3225507"/>
                </a:cubicBezTo>
                <a:cubicBezTo>
                  <a:pt x="5199112" y="3209658"/>
                  <a:pt x="5190172" y="3197466"/>
                  <a:pt x="5178386" y="3188931"/>
                </a:cubicBezTo>
                <a:cubicBezTo>
                  <a:pt x="5166600" y="3180397"/>
                  <a:pt x="5152986" y="3176130"/>
                  <a:pt x="5137543" y="3176130"/>
                </a:cubicBezTo>
                <a:close/>
                <a:moveTo>
                  <a:pt x="4767364" y="3176130"/>
                </a:moveTo>
                <a:cubicBezTo>
                  <a:pt x="4720627" y="3176130"/>
                  <a:pt x="4683949" y="3191370"/>
                  <a:pt x="4657330" y="3221850"/>
                </a:cubicBezTo>
                <a:cubicBezTo>
                  <a:pt x="4630711" y="3252330"/>
                  <a:pt x="4617401" y="3294799"/>
                  <a:pt x="4617401" y="3349256"/>
                </a:cubicBezTo>
                <a:cubicBezTo>
                  <a:pt x="4617401" y="3406152"/>
                  <a:pt x="4630609" y="3449332"/>
                  <a:pt x="4657026" y="3478796"/>
                </a:cubicBezTo>
                <a:cubicBezTo>
                  <a:pt x="4683442" y="3508260"/>
                  <a:pt x="4720221" y="3522992"/>
                  <a:pt x="4767364" y="3522992"/>
                </a:cubicBezTo>
                <a:cubicBezTo>
                  <a:pt x="4814099" y="3522992"/>
                  <a:pt x="4850777" y="3507752"/>
                  <a:pt x="4877396" y="3477272"/>
                </a:cubicBezTo>
                <a:cubicBezTo>
                  <a:pt x="4904015" y="3446792"/>
                  <a:pt x="4917325" y="3404323"/>
                  <a:pt x="4917325" y="3349866"/>
                </a:cubicBezTo>
                <a:cubicBezTo>
                  <a:pt x="4917325" y="3292970"/>
                  <a:pt x="4904015" y="3249790"/>
                  <a:pt x="4877396" y="3220326"/>
                </a:cubicBezTo>
                <a:cubicBezTo>
                  <a:pt x="4850777" y="3190862"/>
                  <a:pt x="4814099" y="3176130"/>
                  <a:pt x="4767364" y="3176130"/>
                </a:cubicBezTo>
                <a:close/>
                <a:moveTo>
                  <a:pt x="4503102" y="3176130"/>
                </a:moveTo>
                <a:cubicBezTo>
                  <a:pt x="4472215" y="3176130"/>
                  <a:pt x="4445291" y="3183343"/>
                  <a:pt x="4422330" y="3197770"/>
                </a:cubicBezTo>
                <a:cubicBezTo>
                  <a:pt x="4399368" y="3212198"/>
                  <a:pt x="4381690" y="3232721"/>
                  <a:pt x="4369294" y="3259340"/>
                </a:cubicBezTo>
                <a:cubicBezTo>
                  <a:pt x="4356899" y="3285959"/>
                  <a:pt x="4350702" y="3316947"/>
                  <a:pt x="4350702" y="3352304"/>
                </a:cubicBezTo>
                <a:cubicBezTo>
                  <a:pt x="4350702" y="3405949"/>
                  <a:pt x="4364316" y="3447808"/>
                  <a:pt x="4391545" y="3477882"/>
                </a:cubicBezTo>
                <a:cubicBezTo>
                  <a:pt x="4418774" y="3507955"/>
                  <a:pt x="4456569" y="3522992"/>
                  <a:pt x="4504930" y="3522992"/>
                </a:cubicBezTo>
                <a:cubicBezTo>
                  <a:pt x="4544352" y="3522992"/>
                  <a:pt x="4578692" y="3509987"/>
                  <a:pt x="4607953" y="3483978"/>
                </a:cubicBezTo>
                <a:lnTo>
                  <a:pt x="4562233" y="3421798"/>
                </a:lnTo>
                <a:cubicBezTo>
                  <a:pt x="4551666" y="3428707"/>
                  <a:pt x="4542726" y="3433686"/>
                  <a:pt x="4535410" y="3436734"/>
                </a:cubicBezTo>
                <a:cubicBezTo>
                  <a:pt x="4528095" y="3439782"/>
                  <a:pt x="4520170" y="3441306"/>
                  <a:pt x="4511636" y="3441306"/>
                </a:cubicBezTo>
                <a:cubicBezTo>
                  <a:pt x="4495380" y="3441306"/>
                  <a:pt x="4482883" y="3434803"/>
                  <a:pt x="4474145" y="3421798"/>
                </a:cubicBezTo>
                <a:cubicBezTo>
                  <a:pt x="4465408" y="3408794"/>
                  <a:pt x="4461039" y="3385426"/>
                  <a:pt x="4461039" y="3351695"/>
                </a:cubicBezTo>
                <a:cubicBezTo>
                  <a:pt x="4461039" y="3316338"/>
                  <a:pt x="4465306" y="3291547"/>
                  <a:pt x="4473841" y="3277323"/>
                </a:cubicBezTo>
                <a:cubicBezTo>
                  <a:pt x="4482375" y="3263099"/>
                  <a:pt x="4495177" y="3255987"/>
                  <a:pt x="4512245" y="3255987"/>
                </a:cubicBezTo>
                <a:cubicBezTo>
                  <a:pt x="4528908" y="3255987"/>
                  <a:pt x="4546180" y="3263099"/>
                  <a:pt x="4564062" y="3277323"/>
                </a:cubicBezTo>
                <a:lnTo>
                  <a:pt x="4607953" y="3217583"/>
                </a:lnTo>
                <a:cubicBezTo>
                  <a:pt x="4593322" y="3203765"/>
                  <a:pt x="4577473" y="3193402"/>
                  <a:pt x="4560404" y="3186493"/>
                </a:cubicBezTo>
                <a:cubicBezTo>
                  <a:pt x="4543335" y="3179584"/>
                  <a:pt x="4524234" y="3176130"/>
                  <a:pt x="4503102" y="3176130"/>
                </a:cubicBezTo>
                <a:close/>
                <a:moveTo>
                  <a:pt x="4181462" y="3176130"/>
                </a:moveTo>
                <a:cubicBezTo>
                  <a:pt x="4150169" y="3176130"/>
                  <a:pt x="4123652" y="3183648"/>
                  <a:pt x="4101909" y="3198685"/>
                </a:cubicBezTo>
                <a:cubicBezTo>
                  <a:pt x="4080167" y="3213722"/>
                  <a:pt x="4063809" y="3234448"/>
                  <a:pt x="4052836" y="3260864"/>
                </a:cubicBezTo>
                <a:cubicBezTo>
                  <a:pt x="4041864" y="3287280"/>
                  <a:pt x="4036377" y="3317354"/>
                  <a:pt x="4036377" y="3351085"/>
                </a:cubicBezTo>
                <a:cubicBezTo>
                  <a:pt x="4036377" y="3403917"/>
                  <a:pt x="4049585" y="3445776"/>
                  <a:pt x="4076001" y="3476662"/>
                </a:cubicBezTo>
                <a:cubicBezTo>
                  <a:pt x="4102417" y="3507549"/>
                  <a:pt x="4141026" y="3522992"/>
                  <a:pt x="4191825" y="3522992"/>
                </a:cubicBezTo>
                <a:cubicBezTo>
                  <a:pt x="4238154" y="3522992"/>
                  <a:pt x="4278388" y="3507752"/>
                  <a:pt x="4312525" y="3477272"/>
                </a:cubicBezTo>
                <a:lnTo>
                  <a:pt x="4269853" y="3419970"/>
                </a:lnTo>
                <a:cubicBezTo>
                  <a:pt x="4256849" y="3429317"/>
                  <a:pt x="4244962" y="3436124"/>
                  <a:pt x="4234192" y="3440391"/>
                </a:cubicBezTo>
                <a:cubicBezTo>
                  <a:pt x="4223423" y="3444658"/>
                  <a:pt x="4212349" y="3446792"/>
                  <a:pt x="4200969" y="3446792"/>
                </a:cubicBezTo>
                <a:cubicBezTo>
                  <a:pt x="4183088" y="3446792"/>
                  <a:pt x="4169474" y="3442118"/>
                  <a:pt x="4160126" y="3432771"/>
                </a:cubicBezTo>
                <a:cubicBezTo>
                  <a:pt x="4150779" y="3423424"/>
                  <a:pt x="4144886" y="3405949"/>
                  <a:pt x="4142447" y="3380346"/>
                </a:cubicBezTo>
                <a:lnTo>
                  <a:pt x="4321669" y="3380346"/>
                </a:lnTo>
                <a:cubicBezTo>
                  <a:pt x="4323295" y="3366528"/>
                  <a:pt x="4324108" y="3354539"/>
                  <a:pt x="4324108" y="3344379"/>
                </a:cubicBezTo>
                <a:cubicBezTo>
                  <a:pt x="4324108" y="3290328"/>
                  <a:pt x="4311306" y="3248774"/>
                  <a:pt x="4285703" y="3219716"/>
                </a:cubicBezTo>
                <a:cubicBezTo>
                  <a:pt x="4260101" y="3190658"/>
                  <a:pt x="4225352" y="3176130"/>
                  <a:pt x="4181462" y="3176130"/>
                </a:cubicBezTo>
                <a:close/>
                <a:moveTo>
                  <a:pt x="3409937" y="3176130"/>
                </a:moveTo>
                <a:cubicBezTo>
                  <a:pt x="3378644" y="3176130"/>
                  <a:pt x="3352127" y="3183648"/>
                  <a:pt x="3330384" y="3198685"/>
                </a:cubicBezTo>
                <a:cubicBezTo>
                  <a:pt x="3308642" y="3213722"/>
                  <a:pt x="3292284" y="3234448"/>
                  <a:pt x="3281311" y="3260864"/>
                </a:cubicBezTo>
                <a:cubicBezTo>
                  <a:pt x="3270339" y="3287280"/>
                  <a:pt x="3264852" y="3317354"/>
                  <a:pt x="3264852" y="3351085"/>
                </a:cubicBezTo>
                <a:cubicBezTo>
                  <a:pt x="3264852" y="3403917"/>
                  <a:pt x="3278060" y="3445776"/>
                  <a:pt x="3304476" y="3476662"/>
                </a:cubicBezTo>
                <a:cubicBezTo>
                  <a:pt x="3330892" y="3507549"/>
                  <a:pt x="3369500" y="3522992"/>
                  <a:pt x="3420300" y="3522992"/>
                </a:cubicBezTo>
                <a:cubicBezTo>
                  <a:pt x="3466630" y="3522992"/>
                  <a:pt x="3506864" y="3507752"/>
                  <a:pt x="3541001" y="3477272"/>
                </a:cubicBezTo>
                <a:lnTo>
                  <a:pt x="3498329" y="3419970"/>
                </a:lnTo>
                <a:cubicBezTo>
                  <a:pt x="3485324" y="3429317"/>
                  <a:pt x="3473437" y="3436124"/>
                  <a:pt x="3462667" y="3440391"/>
                </a:cubicBezTo>
                <a:cubicBezTo>
                  <a:pt x="3451898" y="3444658"/>
                  <a:pt x="3440823" y="3446792"/>
                  <a:pt x="3429444" y="3446792"/>
                </a:cubicBezTo>
                <a:cubicBezTo>
                  <a:pt x="3411563" y="3446792"/>
                  <a:pt x="3397948" y="3442118"/>
                  <a:pt x="3388601" y="3432771"/>
                </a:cubicBezTo>
                <a:cubicBezTo>
                  <a:pt x="3379254" y="3423424"/>
                  <a:pt x="3373361" y="3405949"/>
                  <a:pt x="3370923" y="3380346"/>
                </a:cubicBezTo>
                <a:lnTo>
                  <a:pt x="3550145" y="3380346"/>
                </a:lnTo>
                <a:cubicBezTo>
                  <a:pt x="3551771" y="3366528"/>
                  <a:pt x="3552584" y="3354539"/>
                  <a:pt x="3552584" y="3344379"/>
                </a:cubicBezTo>
                <a:cubicBezTo>
                  <a:pt x="3552584" y="3290328"/>
                  <a:pt x="3539782" y="3248774"/>
                  <a:pt x="3514179" y="3219716"/>
                </a:cubicBezTo>
                <a:cubicBezTo>
                  <a:pt x="3488575" y="3190658"/>
                  <a:pt x="3453829" y="3176130"/>
                  <a:pt x="3409937" y="3176130"/>
                </a:cubicBezTo>
                <a:close/>
                <a:moveTo>
                  <a:pt x="2647937" y="3176130"/>
                </a:moveTo>
                <a:cubicBezTo>
                  <a:pt x="2616644" y="3176130"/>
                  <a:pt x="2590127" y="3183648"/>
                  <a:pt x="2568385" y="3198685"/>
                </a:cubicBezTo>
                <a:cubicBezTo>
                  <a:pt x="2546642" y="3213722"/>
                  <a:pt x="2530285" y="3234448"/>
                  <a:pt x="2519311" y="3260864"/>
                </a:cubicBezTo>
                <a:cubicBezTo>
                  <a:pt x="2508338" y="3287280"/>
                  <a:pt x="2502852" y="3317354"/>
                  <a:pt x="2502852" y="3351085"/>
                </a:cubicBezTo>
                <a:cubicBezTo>
                  <a:pt x="2502852" y="3403917"/>
                  <a:pt x="2516060" y="3445776"/>
                  <a:pt x="2542476" y="3476662"/>
                </a:cubicBezTo>
                <a:cubicBezTo>
                  <a:pt x="2568892" y="3507549"/>
                  <a:pt x="2607500" y="3522992"/>
                  <a:pt x="2658300" y="3522992"/>
                </a:cubicBezTo>
                <a:cubicBezTo>
                  <a:pt x="2704630" y="3522992"/>
                  <a:pt x="2744863" y="3507752"/>
                  <a:pt x="2779001" y="3477272"/>
                </a:cubicBezTo>
                <a:lnTo>
                  <a:pt x="2736329" y="3419970"/>
                </a:lnTo>
                <a:cubicBezTo>
                  <a:pt x="2723325" y="3429317"/>
                  <a:pt x="2711437" y="3436124"/>
                  <a:pt x="2700668" y="3440391"/>
                </a:cubicBezTo>
                <a:cubicBezTo>
                  <a:pt x="2689898" y="3444658"/>
                  <a:pt x="2678824" y="3446792"/>
                  <a:pt x="2667444" y="3446792"/>
                </a:cubicBezTo>
                <a:cubicBezTo>
                  <a:pt x="2649562" y="3446792"/>
                  <a:pt x="2635949" y="3442118"/>
                  <a:pt x="2626601" y="3432771"/>
                </a:cubicBezTo>
                <a:cubicBezTo>
                  <a:pt x="2617254" y="3423424"/>
                  <a:pt x="2611361" y="3405949"/>
                  <a:pt x="2608923" y="3380346"/>
                </a:cubicBezTo>
                <a:lnTo>
                  <a:pt x="2788145" y="3380346"/>
                </a:lnTo>
                <a:cubicBezTo>
                  <a:pt x="2789770" y="3366528"/>
                  <a:pt x="2790584" y="3354539"/>
                  <a:pt x="2790584" y="3344379"/>
                </a:cubicBezTo>
                <a:cubicBezTo>
                  <a:pt x="2790584" y="3290328"/>
                  <a:pt x="2777782" y="3248774"/>
                  <a:pt x="2752179" y="3219716"/>
                </a:cubicBezTo>
                <a:cubicBezTo>
                  <a:pt x="2726576" y="3190658"/>
                  <a:pt x="2691828" y="3176130"/>
                  <a:pt x="2647937" y="3176130"/>
                </a:cubicBezTo>
                <a:close/>
                <a:moveTo>
                  <a:pt x="2232419" y="3176130"/>
                </a:moveTo>
                <a:cubicBezTo>
                  <a:pt x="2215350" y="3176130"/>
                  <a:pt x="2200008" y="3179991"/>
                  <a:pt x="2186394" y="3187712"/>
                </a:cubicBezTo>
                <a:cubicBezTo>
                  <a:pt x="2172780" y="3195434"/>
                  <a:pt x="2160079" y="3207422"/>
                  <a:pt x="2148294" y="3223678"/>
                </a:cubicBezTo>
                <a:lnTo>
                  <a:pt x="2141588" y="3187102"/>
                </a:lnTo>
                <a:lnTo>
                  <a:pt x="2048929" y="3187102"/>
                </a:lnTo>
                <a:lnTo>
                  <a:pt x="2048929" y="3512019"/>
                </a:lnTo>
                <a:lnTo>
                  <a:pt x="2153780" y="3512019"/>
                </a:lnTo>
                <a:lnTo>
                  <a:pt x="2153780" y="3287077"/>
                </a:lnTo>
                <a:cubicBezTo>
                  <a:pt x="2164346" y="3265944"/>
                  <a:pt x="2175522" y="3255378"/>
                  <a:pt x="2187308" y="3255378"/>
                </a:cubicBezTo>
                <a:cubicBezTo>
                  <a:pt x="2198281" y="3255378"/>
                  <a:pt x="2203767" y="3265131"/>
                  <a:pt x="2203767" y="3284638"/>
                </a:cubicBezTo>
                <a:lnTo>
                  <a:pt x="2203767" y="3512019"/>
                </a:lnTo>
                <a:lnTo>
                  <a:pt x="2308009" y="3512019"/>
                </a:lnTo>
                <a:lnTo>
                  <a:pt x="2308009" y="3287077"/>
                </a:lnTo>
                <a:cubicBezTo>
                  <a:pt x="2318575" y="3265944"/>
                  <a:pt x="2329751" y="3255378"/>
                  <a:pt x="2341537" y="3255378"/>
                </a:cubicBezTo>
                <a:cubicBezTo>
                  <a:pt x="2352510" y="3255378"/>
                  <a:pt x="2357996" y="3265131"/>
                  <a:pt x="2357996" y="3284638"/>
                </a:cubicBezTo>
                <a:lnTo>
                  <a:pt x="2357996" y="3512019"/>
                </a:lnTo>
                <a:lnTo>
                  <a:pt x="2462848" y="3512019"/>
                </a:lnTo>
                <a:lnTo>
                  <a:pt x="2462848" y="3270618"/>
                </a:lnTo>
                <a:cubicBezTo>
                  <a:pt x="2462848" y="3241763"/>
                  <a:pt x="2455837" y="3218802"/>
                  <a:pt x="2441816" y="3201733"/>
                </a:cubicBezTo>
                <a:cubicBezTo>
                  <a:pt x="2427795" y="3184664"/>
                  <a:pt x="2409405" y="3176130"/>
                  <a:pt x="2386648" y="3176130"/>
                </a:cubicBezTo>
                <a:cubicBezTo>
                  <a:pt x="2368766" y="3176130"/>
                  <a:pt x="2352814" y="3180194"/>
                  <a:pt x="2338794" y="3188322"/>
                </a:cubicBezTo>
                <a:cubicBezTo>
                  <a:pt x="2324773" y="3196450"/>
                  <a:pt x="2311870" y="3208845"/>
                  <a:pt x="2300084" y="3225507"/>
                </a:cubicBezTo>
                <a:cubicBezTo>
                  <a:pt x="2293988" y="3209658"/>
                  <a:pt x="2285047" y="3197466"/>
                  <a:pt x="2273262" y="3188931"/>
                </a:cubicBezTo>
                <a:cubicBezTo>
                  <a:pt x="2261476" y="3180397"/>
                  <a:pt x="2247861" y="3176130"/>
                  <a:pt x="2232419" y="3176130"/>
                </a:cubicBezTo>
                <a:close/>
                <a:moveTo>
                  <a:pt x="1866887" y="3176130"/>
                </a:moveTo>
                <a:cubicBezTo>
                  <a:pt x="1835594" y="3176130"/>
                  <a:pt x="1809076" y="3183648"/>
                  <a:pt x="1787334" y="3198685"/>
                </a:cubicBezTo>
                <a:cubicBezTo>
                  <a:pt x="1765591" y="3213722"/>
                  <a:pt x="1749234" y="3234448"/>
                  <a:pt x="1738262" y="3260864"/>
                </a:cubicBezTo>
                <a:cubicBezTo>
                  <a:pt x="1727288" y="3287280"/>
                  <a:pt x="1721802" y="3317354"/>
                  <a:pt x="1721802" y="3351085"/>
                </a:cubicBezTo>
                <a:cubicBezTo>
                  <a:pt x="1721802" y="3403917"/>
                  <a:pt x="1735010" y="3445776"/>
                  <a:pt x="1761426" y="3476662"/>
                </a:cubicBezTo>
                <a:cubicBezTo>
                  <a:pt x="1787842" y="3507549"/>
                  <a:pt x="1826450" y="3522992"/>
                  <a:pt x="1877250" y="3522992"/>
                </a:cubicBezTo>
                <a:cubicBezTo>
                  <a:pt x="1923580" y="3522992"/>
                  <a:pt x="1963813" y="3507752"/>
                  <a:pt x="1997951" y="3477272"/>
                </a:cubicBezTo>
                <a:lnTo>
                  <a:pt x="1955279" y="3419970"/>
                </a:lnTo>
                <a:cubicBezTo>
                  <a:pt x="1942274" y="3429317"/>
                  <a:pt x="1930387" y="3436124"/>
                  <a:pt x="1919617" y="3440391"/>
                </a:cubicBezTo>
                <a:cubicBezTo>
                  <a:pt x="1908848" y="3444658"/>
                  <a:pt x="1897773" y="3446792"/>
                  <a:pt x="1886395" y="3446792"/>
                </a:cubicBezTo>
                <a:cubicBezTo>
                  <a:pt x="1868513" y="3446792"/>
                  <a:pt x="1854898" y="3442118"/>
                  <a:pt x="1845551" y="3432771"/>
                </a:cubicBezTo>
                <a:cubicBezTo>
                  <a:pt x="1836204" y="3423424"/>
                  <a:pt x="1830311" y="3405949"/>
                  <a:pt x="1827873" y="3380346"/>
                </a:cubicBezTo>
                <a:lnTo>
                  <a:pt x="2007095" y="3380346"/>
                </a:lnTo>
                <a:cubicBezTo>
                  <a:pt x="2008721" y="3366528"/>
                  <a:pt x="2009533" y="3354539"/>
                  <a:pt x="2009533" y="3344379"/>
                </a:cubicBezTo>
                <a:cubicBezTo>
                  <a:pt x="2009533" y="3290328"/>
                  <a:pt x="1996732" y="3248774"/>
                  <a:pt x="1971128" y="3219716"/>
                </a:cubicBezTo>
                <a:cubicBezTo>
                  <a:pt x="1945525" y="3190658"/>
                  <a:pt x="1910778" y="3176130"/>
                  <a:pt x="1866887" y="3176130"/>
                </a:cubicBezTo>
                <a:close/>
                <a:moveTo>
                  <a:pt x="1361605" y="3176130"/>
                </a:moveTo>
                <a:cubicBezTo>
                  <a:pt x="1335189" y="3176130"/>
                  <a:pt x="1312430" y="3180600"/>
                  <a:pt x="1293329" y="3189541"/>
                </a:cubicBezTo>
                <a:cubicBezTo>
                  <a:pt x="1274229" y="3198482"/>
                  <a:pt x="1259700" y="3210775"/>
                  <a:pt x="1249743" y="3226422"/>
                </a:cubicBezTo>
                <a:cubicBezTo>
                  <a:pt x="1239786" y="3242068"/>
                  <a:pt x="1234808" y="3259645"/>
                  <a:pt x="1234808" y="3279152"/>
                </a:cubicBezTo>
                <a:cubicBezTo>
                  <a:pt x="1234808" y="3303536"/>
                  <a:pt x="1241615" y="3323754"/>
                  <a:pt x="1255229" y="3339807"/>
                </a:cubicBezTo>
                <a:cubicBezTo>
                  <a:pt x="1268844" y="3355860"/>
                  <a:pt x="1290485" y="3369170"/>
                  <a:pt x="1320152" y="3379736"/>
                </a:cubicBezTo>
                <a:cubicBezTo>
                  <a:pt x="1336814" y="3385426"/>
                  <a:pt x="1349108" y="3390303"/>
                  <a:pt x="1357033" y="3394366"/>
                </a:cubicBezTo>
                <a:cubicBezTo>
                  <a:pt x="1364957" y="3398430"/>
                  <a:pt x="1370342" y="3402596"/>
                  <a:pt x="1373187" y="3406863"/>
                </a:cubicBezTo>
                <a:cubicBezTo>
                  <a:pt x="1376032" y="3411130"/>
                  <a:pt x="1377454" y="3416718"/>
                  <a:pt x="1377454" y="3423627"/>
                </a:cubicBezTo>
                <a:cubicBezTo>
                  <a:pt x="1377454" y="3431755"/>
                  <a:pt x="1374508" y="3438054"/>
                  <a:pt x="1368615" y="3442525"/>
                </a:cubicBezTo>
                <a:cubicBezTo>
                  <a:pt x="1362722" y="3446995"/>
                  <a:pt x="1354289" y="3449230"/>
                  <a:pt x="1343317" y="3449230"/>
                </a:cubicBezTo>
                <a:cubicBezTo>
                  <a:pt x="1319745" y="3449230"/>
                  <a:pt x="1295158" y="3438867"/>
                  <a:pt x="1269555" y="3418141"/>
                </a:cubicBezTo>
                <a:lnTo>
                  <a:pt x="1220178" y="3473614"/>
                </a:lnTo>
                <a:cubicBezTo>
                  <a:pt x="1235621" y="3489058"/>
                  <a:pt x="1254416" y="3501148"/>
                  <a:pt x="1276566" y="3509886"/>
                </a:cubicBezTo>
                <a:cubicBezTo>
                  <a:pt x="1298714" y="3518623"/>
                  <a:pt x="1322590" y="3522992"/>
                  <a:pt x="1348193" y="3522992"/>
                </a:cubicBezTo>
                <a:cubicBezTo>
                  <a:pt x="1374609" y="3522992"/>
                  <a:pt x="1398282" y="3518623"/>
                  <a:pt x="1419212" y="3509886"/>
                </a:cubicBezTo>
                <a:cubicBezTo>
                  <a:pt x="1440142" y="3501148"/>
                  <a:pt x="1456397" y="3488550"/>
                  <a:pt x="1467980" y="3472090"/>
                </a:cubicBezTo>
                <a:cubicBezTo>
                  <a:pt x="1479562" y="3455631"/>
                  <a:pt x="1485353" y="3436429"/>
                  <a:pt x="1485353" y="3414483"/>
                </a:cubicBezTo>
                <a:cubicBezTo>
                  <a:pt x="1485353" y="3388067"/>
                  <a:pt x="1478343" y="3367138"/>
                  <a:pt x="1464322" y="3351695"/>
                </a:cubicBezTo>
                <a:cubicBezTo>
                  <a:pt x="1450301" y="3336251"/>
                  <a:pt x="1428661" y="3323246"/>
                  <a:pt x="1399400" y="3312680"/>
                </a:cubicBezTo>
                <a:cubicBezTo>
                  <a:pt x="1381925" y="3306584"/>
                  <a:pt x="1369022" y="3301402"/>
                  <a:pt x="1360690" y="3297135"/>
                </a:cubicBezTo>
                <a:cubicBezTo>
                  <a:pt x="1352359" y="3292868"/>
                  <a:pt x="1346771" y="3288906"/>
                  <a:pt x="1343926" y="3285248"/>
                </a:cubicBezTo>
                <a:cubicBezTo>
                  <a:pt x="1341081" y="3281590"/>
                  <a:pt x="1339659" y="3277120"/>
                  <a:pt x="1339659" y="3271837"/>
                </a:cubicBezTo>
                <a:cubicBezTo>
                  <a:pt x="1339659" y="3265334"/>
                  <a:pt x="1342199" y="3260153"/>
                  <a:pt x="1347279" y="3256292"/>
                </a:cubicBezTo>
                <a:cubicBezTo>
                  <a:pt x="1352359" y="3252431"/>
                  <a:pt x="1359572" y="3250501"/>
                  <a:pt x="1368920" y="3250501"/>
                </a:cubicBezTo>
                <a:cubicBezTo>
                  <a:pt x="1390866" y="3250501"/>
                  <a:pt x="1413421" y="3258426"/>
                  <a:pt x="1436586" y="3274275"/>
                </a:cubicBezTo>
                <a:lnTo>
                  <a:pt x="1474381" y="3216973"/>
                </a:lnTo>
                <a:cubicBezTo>
                  <a:pt x="1460563" y="3204374"/>
                  <a:pt x="1443799" y="3194418"/>
                  <a:pt x="1424089" y="3187102"/>
                </a:cubicBezTo>
                <a:cubicBezTo>
                  <a:pt x="1404378" y="3179787"/>
                  <a:pt x="1383550" y="3176130"/>
                  <a:pt x="1361605" y="3176130"/>
                </a:cubicBezTo>
                <a:close/>
                <a:moveTo>
                  <a:pt x="9170884" y="3165157"/>
                </a:moveTo>
                <a:lnTo>
                  <a:pt x="9191611" y="3165157"/>
                </a:lnTo>
                <a:cubicBezTo>
                  <a:pt x="9211118" y="3165157"/>
                  <a:pt x="9225545" y="3169627"/>
                  <a:pt x="9234893" y="3178568"/>
                </a:cubicBezTo>
                <a:cubicBezTo>
                  <a:pt x="9244239" y="3187509"/>
                  <a:pt x="9248913" y="3201327"/>
                  <a:pt x="9248913" y="3220021"/>
                </a:cubicBezTo>
                <a:cubicBezTo>
                  <a:pt x="9248913" y="3240747"/>
                  <a:pt x="9244748" y="3255886"/>
                  <a:pt x="9236416" y="3265436"/>
                </a:cubicBezTo>
                <a:cubicBezTo>
                  <a:pt x="9228085" y="3274987"/>
                  <a:pt x="9214572" y="3279762"/>
                  <a:pt x="9195878" y="3279762"/>
                </a:cubicBezTo>
                <a:lnTo>
                  <a:pt x="9170884" y="3279762"/>
                </a:lnTo>
                <a:close/>
                <a:moveTo>
                  <a:pt x="3817836" y="3165157"/>
                </a:moveTo>
                <a:lnTo>
                  <a:pt x="3838562" y="3165157"/>
                </a:lnTo>
                <a:cubicBezTo>
                  <a:pt x="3858070" y="3165157"/>
                  <a:pt x="3872496" y="3169627"/>
                  <a:pt x="3881843" y="3178568"/>
                </a:cubicBezTo>
                <a:cubicBezTo>
                  <a:pt x="3891191" y="3187509"/>
                  <a:pt x="3895865" y="3201327"/>
                  <a:pt x="3895865" y="3220021"/>
                </a:cubicBezTo>
                <a:cubicBezTo>
                  <a:pt x="3895865" y="3240747"/>
                  <a:pt x="3891699" y="3255886"/>
                  <a:pt x="3883368" y="3265436"/>
                </a:cubicBezTo>
                <a:cubicBezTo>
                  <a:pt x="3875036" y="3274987"/>
                  <a:pt x="3861523" y="3279762"/>
                  <a:pt x="3842830" y="3279762"/>
                </a:cubicBezTo>
                <a:lnTo>
                  <a:pt x="3817836" y="3279762"/>
                </a:lnTo>
                <a:close/>
                <a:moveTo>
                  <a:pt x="10631258" y="3105416"/>
                </a:moveTo>
                <a:lnTo>
                  <a:pt x="10525186" y="3118218"/>
                </a:lnTo>
                <a:lnTo>
                  <a:pt x="10525186" y="3187102"/>
                </a:lnTo>
                <a:lnTo>
                  <a:pt x="10489831" y="3187102"/>
                </a:lnTo>
                <a:lnTo>
                  <a:pt x="10489831" y="3260254"/>
                </a:lnTo>
                <a:lnTo>
                  <a:pt x="10525186" y="3260254"/>
                </a:lnTo>
                <a:lnTo>
                  <a:pt x="10525186" y="3409607"/>
                </a:lnTo>
                <a:cubicBezTo>
                  <a:pt x="10525186" y="3445776"/>
                  <a:pt x="10533924" y="3473716"/>
                  <a:pt x="10551400" y="3493426"/>
                </a:cubicBezTo>
                <a:cubicBezTo>
                  <a:pt x="10568876" y="3513137"/>
                  <a:pt x="10595495" y="3522992"/>
                  <a:pt x="10631258" y="3522992"/>
                </a:cubicBezTo>
                <a:cubicBezTo>
                  <a:pt x="10646701" y="3522992"/>
                  <a:pt x="10662042" y="3520757"/>
                  <a:pt x="10677282" y="3516286"/>
                </a:cubicBezTo>
                <a:cubicBezTo>
                  <a:pt x="10692522" y="3511816"/>
                  <a:pt x="10705832" y="3505314"/>
                  <a:pt x="10717211" y="3496779"/>
                </a:cubicBezTo>
                <a:lnTo>
                  <a:pt x="10683073" y="3431552"/>
                </a:lnTo>
                <a:cubicBezTo>
                  <a:pt x="10672914" y="3436835"/>
                  <a:pt x="10663566" y="3439477"/>
                  <a:pt x="10655032" y="3439477"/>
                </a:cubicBezTo>
                <a:cubicBezTo>
                  <a:pt x="10639182" y="3439477"/>
                  <a:pt x="10631258" y="3429114"/>
                  <a:pt x="10631258" y="3408387"/>
                </a:cubicBezTo>
                <a:lnTo>
                  <a:pt x="10631258" y="3260254"/>
                </a:lnTo>
                <a:lnTo>
                  <a:pt x="10686731" y="3260254"/>
                </a:lnTo>
                <a:lnTo>
                  <a:pt x="10697095" y="3187102"/>
                </a:lnTo>
                <a:lnTo>
                  <a:pt x="10631258" y="3187102"/>
                </a:lnTo>
                <a:close/>
                <a:moveTo>
                  <a:pt x="10412183" y="3105416"/>
                </a:moveTo>
                <a:lnTo>
                  <a:pt x="10306113" y="3118218"/>
                </a:lnTo>
                <a:lnTo>
                  <a:pt x="10306113" y="3187102"/>
                </a:lnTo>
                <a:lnTo>
                  <a:pt x="10270756" y="3187102"/>
                </a:lnTo>
                <a:lnTo>
                  <a:pt x="10270756" y="3260254"/>
                </a:lnTo>
                <a:lnTo>
                  <a:pt x="10306113" y="3260254"/>
                </a:lnTo>
                <a:lnTo>
                  <a:pt x="10306113" y="3409607"/>
                </a:lnTo>
                <a:cubicBezTo>
                  <a:pt x="10306113" y="3445776"/>
                  <a:pt x="10314849" y="3473716"/>
                  <a:pt x="10332325" y="3493426"/>
                </a:cubicBezTo>
                <a:cubicBezTo>
                  <a:pt x="10349801" y="3513137"/>
                  <a:pt x="10376419" y="3522992"/>
                  <a:pt x="10412183" y="3522992"/>
                </a:cubicBezTo>
                <a:cubicBezTo>
                  <a:pt x="10427625" y="3522992"/>
                  <a:pt x="10442967" y="3520757"/>
                  <a:pt x="10458207" y="3516286"/>
                </a:cubicBezTo>
                <a:cubicBezTo>
                  <a:pt x="10473447" y="3511816"/>
                  <a:pt x="10486756" y="3505314"/>
                  <a:pt x="10498136" y="3496779"/>
                </a:cubicBezTo>
                <a:lnTo>
                  <a:pt x="10463998" y="3431552"/>
                </a:lnTo>
                <a:cubicBezTo>
                  <a:pt x="10453839" y="3436835"/>
                  <a:pt x="10444491" y="3439477"/>
                  <a:pt x="10435957" y="3439477"/>
                </a:cubicBezTo>
                <a:cubicBezTo>
                  <a:pt x="10420107" y="3439477"/>
                  <a:pt x="10412183" y="3429114"/>
                  <a:pt x="10412183" y="3408387"/>
                </a:cubicBezTo>
                <a:lnTo>
                  <a:pt x="10412183" y="3260254"/>
                </a:lnTo>
                <a:lnTo>
                  <a:pt x="10467656" y="3260254"/>
                </a:lnTo>
                <a:lnTo>
                  <a:pt x="10478020" y="3187102"/>
                </a:lnTo>
                <a:lnTo>
                  <a:pt x="10412183" y="3187102"/>
                </a:lnTo>
                <a:close/>
                <a:moveTo>
                  <a:pt x="7259408" y="3105416"/>
                </a:moveTo>
                <a:lnTo>
                  <a:pt x="7153337" y="3118218"/>
                </a:lnTo>
                <a:lnTo>
                  <a:pt x="7153337" y="3187102"/>
                </a:lnTo>
                <a:lnTo>
                  <a:pt x="7117980" y="3187102"/>
                </a:lnTo>
                <a:lnTo>
                  <a:pt x="7117980" y="3260254"/>
                </a:lnTo>
                <a:lnTo>
                  <a:pt x="7153337" y="3260254"/>
                </a:lnTo>
                <a:lnTo>
                  <a:pt x="7153337" y="3409607"/>
                </a:lnTo>
                <a:cubicBezTo>
                  <a:pt x="7153337" y="3445776"/>
                  <a:pt x="7162075" y="3473716"/>
                  <a:pt x="7179550" y="3493426"/>
                </a:cubicBezTo>
                <a:cubicBezTo>
                  <a:pt x="7197025" y="3513137"/>
                  <a:pt x="7223644" y="3522992"/>
                  <a:pt x="7259408" y="3522992"/>
                </a:cubicBezTo>
                <a:cubicBezTo>
                  <a:pt x="7274851" y="3522992"/>
                  <a:pt x="7290192" y="3520757"/>
                  <a:pt x="7305433" y="3516286"/>
                </a:cubicBezTo>
                <a:cubicBezTo>
                  <a:pt x="7320672" y="3511816"/>
                  <a:pt x="7333982" y="3505314"/>
                  <a:pt x="7345361" y="3496779"/>
                </a:cubicBezTo>
                <a:lnTo>
                  <a:pt x="7311224" y="3431552"/>
                </a:lnTo>
                <a:cubicBezTo>
                  <a:pt x="7301063" y="3436835"/>
                  <a:pt x="7291717" y="3439477"/>
                  <a:pt x="7283182" y="3439477"/>
                </a:cubicBezTo>
                <a:cubicBezTo>
                  <a:pt x="7267333" y="3439477"/>
                  <a:pt x="7259408" y="3429114"/>
                  <a:pt x="7259408" y="3408387"/>
                </a:cubicBezTo>
                <a:lnTo>
                  <a:pt x="7259408" y="3260254"/>
                </a:lnTo>
                <a:lnTo>
                  <a:pt x="7314881" y="3260254"/>
                </a:lnTo>
                <a:lnTo>
                  <a:pt x="7325244" y="3187102"/>
                </a:lnTo>
                <a:lnTo>
                  <a:pt x="7259408" y="3187102"/>
                </a:lnTo>
                <a:close/>
                <a:moveTo>
                  <a:pt x="1630133" y="3105416"/>
                </a:moveTo>
                <a:lnTo>
                  <a:pt x="1524063" y="3118218"/>
                </a:lnTo>
                <a:lnTo>
                  <a:pt x="1524063" y="3187102"/>
                </a:lnTo>
                <a:lnTo>
                  <a:pt x="1488706" y="3187102"/>
                </a:lnTo>
                <a:lnTo>
                  <a:pt x="1488706" y="3260254"/>
                </a:lnTo>
                <a:lnTo>
                  <a:pt x="1524063" y="3260254"/>
                </a:lnTo>
                <a:lnTo>
                  <a:pt x="1524063" y="3409607"/>
                </a:lnTo>
                <a:cubicBezTo>
                  <a:pt x="1524063" y="3445776"/>
                  <a:pt x="1532801" y="3473716"/>
                  <a:pt x="1550276" y="3493426"/>
                </a:cubicBezTo>
                <a:cubicBezTo>
                  <a:pt x="1567751" y="3513137"/>
                  <a:pt x="1594370" y="3522992"/>
                  <a:pt x="1630133" y="3522992"/>
                </a:cubicBezTo>
                <a:cubicBezTo>
                  <a:pt x="1645577" y="3522992"/>
                  <a:pt x="1660918" y="3520757"/>
                  <a:pt x="1676158" y="3516286"/>
                </a:cubicBezTo>
                <a:cubicBezTo>
                  <a:pt x="1691398" y="3511816"/>
                  <a:pt x="1704708" y="3505314"/>
                  <a:pt x="1716087" y="3496779"/>
                </a:cubicBezTo>
                <a:lnTo>
                  <a:pt x="1681949" y="3431552"/>
                </a:lnTo>
                <a:cubicBezTo>
                  <a:pt x="1671789" y="3436835"/>
                  <a:pt x="1662442" y="3439477"/>
                  <a:pt x="1653908" y="3439477"/>
                </a:cubicBezTo>
                <a:cubicBezTo>
                  <a:pt x="1638058" y="3439477"/>
                  <a:pt x="1630133" y="3429114"/>
                  <a:pt x="1630133" y="3408387"/>
                </a:cubicBezTo>
                <a:lnTo>
                  <a:pt x="1630133" y="3260254"/>
                </a:lnTo>
                <a:lnTo>
                  <a:pt x="1685607" y="3260254"/>
                </a:lnTo>
                <a:lnTo>
                  <a:pt x="1695970" y="3187102"/>
                </a:lnTo>
                <a:lnTo>
                  <a:pt x="1630133" y="3187102"/>
                </a:lnTo>
                <a:close/>
                <a:moveTo>
                  <a:pt x="9060547" y="3088347"/>
                </a:moveTo>
                <a:lnTo>
                  <a:pt x="9060547" y="3512019"/>
                </a:lnTo>
                <a:lnTo>
                  <a:pt x="9170884" y="3512019"/>
                </a:lnTo>
                <a:lnTo>
                  <a:pt x="9170884" y="3354742"/>
                </a:lnTo>
                <a:lnTo>
                  <a:pt x="9194659" y="3354742"/>
                </a:lnTo>
                <a:lnTo>
                  <a:pt x="9267811" y="3512019"/>
                </a:lnTo>
                <a:lnTo>
                  <a:pt x="9386683" y="3512019"/>
                </a:lnTo>
                <a:lnTo>
                  <a:pt x="9292804" y="3334016"/>
                </a:lnTo>
                <a:cubicBezTo>
                  <a:pt x="9338728" y="3311258"/>
                  <a:pt x="9361689" y="3273259"/>
                  <a:pt x="9361689" y="3220021"/>
                </a:cubicBezTo>
                <a:cubicBezTo>
                  <a:pt x="9361689" y="3132238"/>
                  <a:pt x="9305403" y="3088347"/>
                  <a:pt x="9192830" y="3088347"/>
                </a:cubicBezTo>
                <a:close/>
                <a:moveTo>
                  <a:pt x="3707499" y="3088347"/>
                </a:moveTo>
                <a:lnTo>
                  <a:pt x="3707499" y="3512019"/>
                </a:lnTo>
                <a:lnTo>
                  <a:pt x="3817836" y="3512019"/>
                </a:lnTo>
                <a:lnTo>
                  <a:pt x="3817836" y="3354742"/>
                </a:lnTo>
                <a:lnTo>
                  <a:pt x="3841610" y="3354742"/>
                </a:lnTo>
                <a:lnTo>
                  <a:pt x="3914762" y="3512019"/>
                </a:lnTo>
                <a:lnTo>
                  <a:pt x="4033634" y="3512019"/>
                </a:lnTo>
                <a:lnTo>
                  <a:pt x="3939756" y="3334016"/>
                </a:lnTo>
                <a:cubicBezTo>
                  <a:pt x="3985680" y="3311258"/>
                  <a:pt x="4008641" y="3273259"/>
                  <a:pt x="4008641" y="3220021"/>
                </a:cubicBezTo>
                <a:cubicBezTo>
                  <a:pt x="4008641" y="3132238"/>
                  <a:pt x="3952355" y="3088347"/>
                  <a:pt x="3839782" y="3088347"/>
                </a:cubicBezTo>
                <a:close/>
                <a:moveTo>
                  <a:pt x="766254" y="3077374"/>
                </a:moveTo>
                <a:cubicBezTo>
                  <a:pt x="738619" y="3077374"/>
                  <a:pt x="713625" y="3082556"/>
                  <a:pt x="691273" y="3092919"/>
                </a:cubicBezTo>
                <a:cubicBezTo>
                  <a:pt x="668921" y="3103282"/>
                  <a:pt x="651345" y="3118014"/>
                  <a:pt x="638543" y="3137115"/>
                </a:cubicBezTo>
                <a:cubicBezTo>
                  <a:pt x="625741" y="3156216"/>
                  <a:pt x="619340" y="3178365"/>
                  <a:pt x="619340" y="3203562"/>
                </a:cubicBezTo>
                <a:cubicBezTo>
                  <a:pt x="619340" y="3234448"/>
                  <a:pt x="628281" y="3260051"/>
                  <a:pt x="646163" y="3280371"/>
                </a:cubicBezTo>
                <a:cubicBezTo>
                  <a:pt x="664045" y="3300691"/>
                  <a:pt x="694728" y="3319182"/>
                  <a:pt x="738212" y="3335845"/>
                </a:cubicBezTo>
                <a:cubicBezTo>
                  <a:pt x="762190" y="3344786"/>
                  <a:pt x="778649" y="3353523"/>
                  <a:pt x="787590" y="3362058"/>
                </a:cubicBezTo>
                <a:cubicBezTo>
                  <a:pt x="796531" y="3370592"/>
                  <a:pt x="801001" y="3381971"/>
                  <a:pt x="801001" y="3396195"/>
                </a:cubicBezTo>
                <a:cubicBezTo>
                  <a:pt x="801001" y="3410419"/>
                  <a:pt x="796632" y="3421798"/>
                  <a:pt x="787895" y="3430333"/>
                </a:cubicBezTo>
                <a:cubicBezTo>
                  <a:pt x="779157" y="3438867"/>
                  <a:pt x="766254" y="3443134"/>
                  <a:pt x="749185" y="3443134"/>
                </a:cubicBezTo>
                <a:cubicBezTo>
                  <a:pt x="732523" y="3443134"/>
                  <a:pt x="716775" y="3439680"/>
                  <a:pt x="701941" y="3432771"/>
                </a:cubicBezTo>
                <a:cubicBezTo>
                  <a:pt x="687108" y="3425863"/>
                  <a:pt x="671969" y="3415906"/>
                  <a:pt x="656526" y="3402901"/>
                </a:cubicBezTo>
                <a:lnTo>
                  <a:pt x="603491" y="3461422"/>
                </a:lnTo>
                <a:cubicBezTo>
                  <a:pt x="642912" y="3502469"/>
                  <a:pt x="693712" y="3522992"/>
                  <a:pt x="755891" y="3522992"/>
                </a:cubicBezTo>
                <a:cubicBezTo>
                  <a:pt x="788809" y="3522992"/>
                  <a:pt x="817257" y="3517302"/>
                  <a:pt x="841235" y="3505923"/>
                </a:cubicBezTo>
                <a:cubicBezTo>
                  <a:pt x="865213" y="3494544"/>
                  <a:pt x="883602" y="3478593"/>
                  <a:pt x="896404" y="3458070"/>
                </a:cubicBezTo>
                <a:cubicBezTo>
                  <a:pt x="909205" y="3437546"/>
                  <a:pt x="915606" y="3413874"/>
                  <a:pt x="915606" y="3387051"/>
                </a:cubicBezTo>
                <a:cubicBezTo>
                  <a:pt x="915606" y="3362261"/>
                  <a:pt x="911440" y="3341433"/>
                  <a:pt x="903109" y="3324567"/>
                </a:cubicBezTo>
                <a:cubicBezTo>
                  <a:pt x="894778" y="3307702"/>
                  <a:pt x="882586" y="3293579"/>
                  <a:pt x="866533" y="3282200"/>
                </a:cubicBezTo>
                <a:cubicBezTo>
                  <a:pt x="850480" y="3270821"/>
                  <a:pt x="829246" y="3259848"/>
                  <a:pt x="802830" y="3249282"/>
                </a:cubicBezTo>
                <a:cubicBezTo>
                  <a:pt x="783729" y="3241966"/>
                  <a:pt x="769302" y="3235769"/>
                  <a:pt x="759549" y="3230689"/>
                </a:cubicBezTo>
                <a:cubicBezTo>
                  <a:pt x="749795" y="3225609"/>
                  <a:pt x="742886" y="3220326"/>
                  <a:pt x="738822" y="3214839"/>
                </a:cubicBezTo>
                <a:cubicBezTo>
                  <a:pt x="734758" y="3209353"/>
                  <a:pt x="732726" y="3202546"/>
                  <a:pt x="732726" y="3194418"/>
                </a:cubicBezTo>
                <a:cubicBezTo>
                  <a:pt x="732726" y="3182632"/>
                  <a:pt x="736587" y="3173386"/>
                  <a:pt x="744309" y="3166681"/>
                </a:cubicBezTo>
                <a:cubicBezTo>
                  <a:pt x="752030" y="3159975"/>
                  <a:pt x="763206" y="3156622"/>
                  <a:pt x="777837" y="3156622"/>
                </a:cubicBezTo>
                <a:cubicBezTo>
                  <a:pt x="805065" y="3156622"/>
                  <a:pt x="831685" y="3168002"/>
                  <a:pt x="857694" y="3190760"/>
                </a:cubicBezTo>
                <a:lnTo>
                  <a:pt x="905852" y="3133458"/>
                </a:lnTo>
                <a:cubicBezTo>
                  <a:pt x="887971" y="3114763"/>
                  <a:pt x="867651" y="3100742"/>
                  <a:pt x="844893" y="3091395"/>
                </a:cubicBezTo>
                <a:cubicBezTo>
                  <a:pt x="822134" y="3082048"/>
                  <a:pt x="795921" y="3077374"/>
                  <a:pt x="766254" y="3077374"/>
                </a:cubicBezTo>
                <a:close/>
                <a:moveTo>
                  <a:pt x="8462758" y="3048114"/>
                </a:moveTo>
                <a:lnTo>
                  <a:pt x="8462758" y="3204171"/>
                </a:lnTo>
                <a:cubicBezTo>
                  <a:pt x="8446096" y="3185477"/>
                  <a:pt x="8424353" y="3176130"/>
                  <a:pt x="8397530" y="3176130"/>
                </a:cubicBezTo>
                <a:cubicBezTo>
                  <a:pt x="8373554" y="3176130"/>
                  <a:pt x="8352421" y="3183242"/>
                  <a:pt x="8334133" y="3197466"/>
                </a:cubicBezTo>
                <a:cubicBezTo>
                  <a:pt x="8315844" y="3211690"/>
                  <a:pt x="8301621" y="3231908"/>
                  <a:pt x="8291460" y="3258121"/>
                </a:cubicBezTo>
                <a:cubicBezTo>
                  <a:pt x="8281300" y="3284334"/>
                  <a:pt x="8276221" y="3314509"/>
                  <a:pt x="8276221" y="3348646"/>
                </a:cubicBezTo>
                <a:cubicBezTo>
                  <a:pt x="8276221" y="3403917"/>
                  <a:pt x="8285669" y="3446792"/>
                  <a:pt x="8304567" y="3477272"/>
                </a:cubicBezTo>
                <a:cubicBezTo>
                  <a:pt x="8323464" y="3507752"/>
                  <a:pt x="8351201" y="3522992"/>
                  <a:pt x="8387777" y="3522992"/>
                </a:cubicBezTo>
                <a:cubicBezTo>
                  <a:pt x="8421914" y="3522992"/>
                  <a:pt x="8449550" y="3507752"/>
                  <a:pt x="8470683" y="3477272"/>
                </a:cubicBezTo>
                <a:lnTo>
                  <a:pt x="8474340" y="3512019"/>
                </a:lnTo>
                <a:lnTo>
                  <a:pt x="8568828" y="3512019"/>
                </a:lnTo>
                <a:lnTo>
                  <a:pt x="8568828" y="3059086"/>
                </a:lnTo>
                <a:close/>
                <a:moveTo>
                  <a:pt x="6681583" y="3048114"/>
                </a:moveTo>
                <a:lnTo>
                  <a:pt x="6681583" y="3204171"/>
                </a:lnTo>
                <a:cubicBezTo>
                  <a:pt x="6664921" y="3185477"/>
                  <a:pt x="6643178" y="3176130"/>
                  <a:pt x="6616356" y="3176130"/>
                </a:cubicBezTo>
                <a:cubicBezTo>
                  <a:pt x="6592379" y="3176130"/>
                  <a:pt x="6571246" y="3183242"/>
                  <a:pt x="6552958" y="3197466"/>
                </a:cubicBezTo>
                <a:cubicBezTo>
                  <a:pt x="6534669" y="3211690"/>
                  <a:pt x="6520446" y="3231908"/>
                  <a:pt x="6510285" y="3258121"/>
                </a:cubicBezTo>
                <a:cubicBezTo>
                  <a:pt x="6500125" y="3284334"/>
                  <a:pt x="6495046" y="3314509"/>
                  <a:pt x="6495046" y="3348646"/>
                </a:cubicBezTo>
                <a:cubicBezTo>
                  <a:pt x="6495046" y="3403917"/>
                  <a:pt x="6504494" y="3446792"/>
                  <a:pt x="6523392" y="3477272"/>
                </a:cubicBezTo>
                <a:cubicBezTo>
                  <a:pt x="6542289" y="3507752"/>
                  <a:pt x="6570026" y="3522992"/>
                  <a:pt x="6606602" y="3522992"/>
                </a:cubicBezTo>
                <a:cubicBezTo>
                  <a:pt x="6640740" y="3522992"/>
                  <a:pt x="6668375" y="3507752"/>
                  <a:pt x="6689508" y="3477272"/>
                </a:cubicBezTo>
                <a:lnTo>
                  <a:pt x="6693165" y="3512019"/>
                </a:lnTo>
                <a:lnTo>
                  <a:pt x="6787653" y="3512019"/>
                </a:lnTo>
                <a:lnTo>
                  <a:pt x="6787653" y="3059086"/>
                </a:lnTo>
                <a:close/>
                <a:moveTo>
                  <a:pt x="3119234" y="3048114"/>
                </a:moveTo>
                <a:lnTo>
                  <a:pt x="3119234" y="3204171"/>
                </a:lnTo>
                <a:cubicBezTo>
                  <a:pt x="3102572" y="3185477"/>
                  <a:pt x="3080830" y="3176130"/>
                  <a:pt x="3054007" y="3176130"/>
                </a:cubicBezTo>
                <a:cubicBezTo>
                  <a:pt x="3030029" y="3176130"/>
                  <a:pt x="3008896" y="3183242"/>
                  <a:pt x="2990609" y="3197466"/>
                </a:cubicBezTo>
                <a:cubicBezTo>
                  <a:pt x="2972321" y="3211690"/>
                  <a:pt x="2958096" y="3231908"/>
                  <a:pt x="2947937" y="3258121"/>
                </a:cubicBezTo>
                <a:cubicBezTo>
                  <a:pt x="2937776" y="3284334"/>
                  <a:pt x="2932696" y="3314509"/>
                  <a:pt x="2932696" y="3348646"/>
                </a:cubicBezTo>
                <a:cubicBezTo>
                  <a:pt x="2932696" y="3403917"/>
                  <a:pt x="2942146" y="3446792"/>
                  <a:pt x="2961043" y="3477272"/>
                </a:cubicBezTo>
                <a:cubicBezTo>
                  <a:pt x="2979941" y="3507752"/>
                  <a:pt x="3007677" y="3522992"/>
                  <a:pt x="3044253" y="3522992"/>
                </a:cubicBezTo>
                <a:cubicBezTo>
                  <a:pt x="3078391" y="3522992"/>
                  <a:pt x="3106027" y="3507752"/>
                  <a:pt x="3127159" y="3477272"/>
                </a:cubicBezTo>
                <a:lnTo>
                  <a:pt x="3130816" y="3512019"/>
                </a:lnTo>
                <a:lnTo>
                  <a:pt x="3225304" y="3512019"/>
                </a:lnTo>
                <a:lnTo>
                  <a:pt x="3225304" y="3059086"/>
                </a:lnTo>
                <a:close/>
                <a:moveTo>
                  <a:pt x="7416913" y="3013367"/>
                </a:moveTo>
                <a:cubicBezTo>
                  <a:pt x="7399437" y="3013367"/>
                  <a:pt x="7385112" y="3018954"/>
                  <a:pt x="7373936" y="3030131"/>
                </a:cubicBezTo>
                <a:cubicBezTo>
                  <a:pt x="7362761" y="3041306"/>
                  <a:pt x="7357172" y="3055226"/>
                  <a:pt x="7357172" y="3071888"/>
                </a:cubicBezTo>
                <a:cubicBezTo>
                  <a:pt x="7357172" y="3088957"/>
                  <a:pt x="7362761" y="3102978"/>
                  <a:pt x="7373936" y="3113950"/>
                </a:cubicBezTo>
                <a:cubicBezTo>
                  <a:pt x="7385112" y="3124923"/>
                  <a:pt x="7399437" y="3130410"/>
                  <a:pt x="7416913" y="3130410"/>
                </a:cubicBezTo>
                <a:cubicBezTo>
                  <a:pt x="7434388" y="3130410"/>
                  <a:pt x="7448714" y="3124923"/>
                  <a:pt x="7459890" y="3113950"/>
                </a:cubicBezTo>
                <a:cubicBezTo>
                  <a:pt x="7471066" y="3102978"/>
                  <a:pt x="7476654" y="3088957"/>
                  <a:pt x="7476654" y="3071888"/>
                </a:cubicBezTo>
                <a:cubicBezTo>
                  <a:pt x="7476654" y="3055226"/>
                  <a:pt x="7471066" y="3041306"/>
                  <a:pt x="7459890" y="3030131"/>
                </a:cubicBezTo>
                <a:cubicBezTo>
                  <a:pt x="7448714" y="3018954"/>
                  <a:pt x="7434388" y="3013367"/>
                  <a:pt x="7416913" y="3013367"/>
                </a:cubicBezTo>
                <a:close/>
                <a:moveTo>
                  <a:pt x="1831530" y="2999955"/>
                </a:moveTo>
                <a:lnTo>
                  <a:pt x="1790687" y="3076155"/>
                </a:lnTo>
                <a:lnTo>
                  <a:pt x="1927237" y="3134677"/>
                </a:lnTo>
                <a:lnTo>
                  <a:pt x="1955889" y="30828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MA" sz="4800" b="1" dirty="0">
              <a:latin typeface="Fira Sans Condensed ExtraBold" panose="020B09030500000200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89F0B1-7204-4C6E-A2A6-F9CDC45E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</a:t>
            </a:fld>
            <a:endParaRPr lang="fr-MA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99E50C-A02E-4E17-88F7-0F2D9B77322E}"/>
              </a:ext>
            </a:extLst>
          </p:cNvPr>
          <p:cNvGrpSpPr/>
          <p:nvPr/>
        </p:nvGrpSpPr>
        <p:grpSpPr>
          <a:xfrm>
            <a:off x="1854676" y="10757733"/>
            <a:ext cx="3542076" cy="879946"/>
            <a:chOff x="464027" y="5027219"/>
            <a:chExt cx="3318024" cy="237852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3A51CA9-AC55-4F3E-9A24-6137AB20704E}"/>
                </a:ext>
              </a:extLst>
            </p:cNvPr>
            <p:cNvSpPr/>
            <p:nvPr/>
          </p:nvSpPr>
          <p:spPr>
            <a:xfrm>
              <a:off x="464027" y="5078016"/>
              <a:ext cx="3306323" cy="2327725"/>
            </a:xfrm>
            <a:prstGeom prst="roundRect">
              <a:avLst/>
            </a:prstGeom>
            <a:solidFill>
              <a:srgbClr val="04FE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4" name="Google Shape;56;p15">
              <a:extLst>
                <a:ext uri="{FF2B5EF4-FFF2-40B4-BE49-F238E27FC236}">
                  <a16:creationId xmlns:a16="http://schemas.microsoft.com/office/drawing/2014/main" id="{77D13430-4FA2-4500-A4DC-23F11090179F}"/>
                </a:ext>
              </a:extLst>
            </p:cNvPr>
            <p:cNvSpPr txBox="1">
              <a:spLocks/>
            </p:cNvSpPr>
            <p:nvPr/>
          </p:nvSpPr>
          <p:spPr>
            <a:xfrm>
              <a:off x="552939" y="5027219"/>
              <a:ext cx="3229112" cy="2378521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MA" sz="1600" b="1" dirty="0">
                  <a:latin typeface="Fira Sans" panose="020B0604020202020204" pitchFamily="34" charset="0"/>
                </a:rPr>
                <a:t>Réaliser par :</a:t>
              </a:r>
              <a:endParaRPr lang="fr-MA" sz="1600" b="1" dirty="0">
                <a:solidFill>
                  <a:srgbClr val="0077B6"/>
                </a:solidFill>
                <a:latin typeface="Fira Sans" panose="020B0604020202020204" pitchFamily="34" charset="0"/>
              </a:endParaRP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EL KAISSOUNI El Mehdi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65270-366C-44D8-8A48-0DE452345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579" y="9590877"/>
            <a:ext cx="2172874" cy="21728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3C0C7A-18F7-485C-B082-8A5EC897BA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595" y="9665266"/>
            <a:ext cx="1645907" cy="164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0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9ec217611dfc38a0c57466058da368af">
            <a:hlinkClick r:id="" action="ppaction://media"/>
            <a:extLst>
              <a:ext uri="{FF2B5EF4-FFF2-40B4-BE49-F238E27FC236}">
                <a16:creationId xmlns:a16="http://schemas.microsoft.com/office/drawing/2014/main" id="{F0628FCF-5392-4278-A846-B9DB207CA5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BF4B399-2756-4E64-83CB-42283DE64D2F}"/>
              </a:ext>
            </a:extLst>
          </p:cNvPr>
          <p:cNvSpPr/>
          <p:nvPr/>
        </p:nvSpPr>
        <p:spPr>
          <a:xfrm>
            <a:off x="-40767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A0F335-899E-4F21-BB02-E7696BAE00B5}"/>
              </a:ext>
            </a:extLst>
          </p:cNvPr>
          <p:cNvSpPr txBox="1"/>
          <p:nvPr/>
        </p:nvSpPr>
        <p:spPr>
          <a:xfrm>
            <a:off x="-7416807" y="17087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Introduction 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6712A-8E3B-4E26-9BCD-32402BE5143D}"/>
              </a:ext>
            </a:extLst>
          </p:cNvPr>
          <p:cNvSpPr txBox="1"/>
          <p:nvPr/>
        </p:nvSpPr>
        <p:spPr>
          <a:xfrm>
            <a:off x="0" y="-1179871"/>
            <a:ext cx="12192000" cy="803787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245235" y="4140593"/>
                </a:moveTo>
                <a:cubicBezTo>
                  <a:pt x="7228978" y="4140593"/>
                  <a:pt x="7215466" y="4145978"/>
                  <a:pt x="7204696" y="4156747"/>
                </a:cubicBezTo>
                <a:cubicBezTo>
                  <a:pt x="7193926" y="4167517"/>
                  <a:pt x="7188542" y="4181233"/>
                  <a:pt x="7188542" y="4197895"/>
                </a:cubicBezTo>
                <a:cubicBezTo>
                  <a:pt x="7188542" y="4218622"/>
                  <a:pt x="7197279" y="4234878"/>
                  <a:pt x="7214754" y="4246663"/>
                </a:cubicBezTo>
                <a:lnTo>
                  <a:pt x="7190371" y="4355172"/>
                </a:lnTo>
                <a:lnTo>
                  <a:pt x="7245235" y="4355172"/>
                </a:lnTo>
                <a:lnTo>
                  <a:pt x="7279981" y="4268609"/>
                </a:lnTo>
                <a:cubicBezTo>
                  <a:pt x="7288109" y="4248289"/>
                  <a:pt x="7293697" y="4233455"/>
                  <a:pt x="7296745" y="4224108"/>
                </a:cubicBezTo>
                <a:cubicBezTo>
                  <a:pt x="7299793" y="4214761"/>
                  <a:pt x="7301318" y="4206023"/>
                  <a:pt x="7301318" y="4197895"/>
                </a:cubicBezTo>
                <a:cubicBezTo>
                  <a:pt x="7301318" y="4181233"/>
                  <a:pt x="7296034" y="4167517"/>
                  <a:pt x="7285468" y="4156747"/>
                </a:cubicBezTo>
                <a:cubicBezTo>
                  <a:pt x="7274902" y="4145978"/>
                  <a:pt x="7261491" y="4140593"/>
                  <a:pt x="7245235" y="4140593"/>
                </a:cubicBezTo>
                <a:close/>
                <a:moveTo>
                  <a:pt x="4954815" y="4100969"/>
                </a:moveTo>
                <a:lnTo>
                  <a:pt x="4967007" y="4100969"/>
                </a:lnTo>
                <a:lnTo>
                  <a:pt x="4967007" y="4157662"/>
                </a:lnTo>
                <a:cubicBezTo>
                  <a:pt x="4963349" y="4164977"/>
                  <a:pt x="4958574" y="4170870"/>
                  <a:pt x="4952682" y="4175340"/>
                </a:cubicBezTo>
                <a:cubicBezTo>
                  <a:pt x="4946790" y="4179811"/>
                  <a:pt x="4940388" y="4182046"/>
                  <a:pt x="4933479" y="4182046"/>
                </a:cubicBezTo>
                <a:cubicBezTo>
                  <a:pt x="4925352" y="4182046"/>
                  <a:pt x="4919052" y="4178795"/>
                  <a:pt x="4914582" y="4172292"/>
                </a:cubicBezTo>
                <a:cubicBezTo>
                  <a:pt x="4910111" y="4165790"/>
                  <a:pt x="4907876" y="4156646"/>
                  <a:pt x="4907876" y="4144860"/>
                </a:cubicBezTo>
                <a:cubicBezTo>
                  <a:pt x="4907876" y="4129823"/>
                  <a:pt x="4911635" y="4118749"/>
                  <a:pt x="4919154" y="4111637"/>
                </a:cubicBezTo>
                <a:cubicBezTo>
                  <a:pt x="4926672" y="4104525"/>
                  <a:pt x="4938559" y="4100969"/>
                  <a:pt x="4954815" y="4100969"/>
                </a:cubicBezTo>
                <a:close/>
                <a:moveTo>
                  <a:pt x="3507016" y="4100969"/>
                </a:moveTo>
                <a:lnTo>
                  <a:pt x="3519208" y="4100969"/>
                </a:lnTo>
                <a:lnTo>
                  <a:pt x="3519208" y="4157662"/>
                </a:lnTo>
                <a:cubicBezTo>
                  <a:pt x="3515550" y="4164977"/>
                  <a:pt x="3510775" y="4170870"/>
                  <a:pt x="3504882" y="4175340"/>
                </a:cubicBezTo>
                <a:cubicBezTo>
                  <a:pt x="3498990" y="4179811"/>
                  <a:pt x="3492589" y="4182046"/>
                  <a:pt x="3485680" y="4182046"/>
                </a:cubicBezTo>
                <a:cubicBezTo>
                  <a:pt x="3477552" y="4182046"/>
                  <a:pt x="3471253" y="4178795"/>
                  <a:pt x="3466783" y="4172292"/>
                </a:cubicBezTo>
                <a:cubicBezTo>
                  <a:pt x="3462311" y="4165790"/>
                  <a:pt x="3460077" y="4156646"/>
                  <a:pt x="3460077" y="4144860"/>
                </a:cubicBezTo>
                <a:cubicBezTo>
                  <a:pt x="3460077" y="4129823"/>
                  <a:pt x="3463836" y="4118749"/>
                  <a:pt x="3471354" y="4111637"/>
                </a:cubicBezTo>
                <a:cubicBezTo>
                  <a:pt x="3478873" y="4104525"/>
                  <a:pt x="3490760" y="4100969"/>
                  <a:pt x="3507016" y="4100969"/>
                </a:cubicBezTo>
                <a:close/>
                <a:moveTo>
                  <a:pt x="9807536" y="4013796"/>
                </a:moveTo>
                <a:lnTo>
                  <a:pt x="9807536" y="4095483"/>
                </a:lnTo>
                <a:lnTo>
                  <a:pt x="9992854" y="4095483"/>
                </a:lnTo>
                <a:lnTo>
                  <a:pt x="9992854" y="4013796"/>
                </a:lnTo>
                <a:close/>
                <a:moveTo>
                  <a:pt x="4195864" y="3986974"/>
                </a:moveTo>
                <a:cubicBezTo>
                  <a:pt x="4210087" y="3986974"/>
                  <a:pt x="4220450" y="3994187"/>
                  <a:pt x="4226953" y="4008615"/>
                </a:cubicBezTo>
                <a:cubicBezTo>
                  <a:pt x="4233456" y="4023042"/>
                  <a:pt x="4236706" y="4047934"/>
                  <a:pt x="4236706" y="4083291"/>
                </a:cubicBezTo>
                <a:cubicBezTo>
                  <a:pt x="4236706" y="4118241"/>
                  <a:pt x="4233456" y="4143031"/>
                  <a:pt x="4226953" y="4157662"/>
                </a:cubicBezTo>
                <a:cubicBezTo>
                  <a:pt x="4220450" y="4172292"/>
                  <a:pt x="4210087" y="4179607"/>
                  <a:pt x="4195864" y="4179607"/>
                </a:cubicBezTo>
                <a:cubicBezTo>
                  <a:pt x="4181234" y="4179607"/>
                  <a:pt x="4170769" y="4172394"/>
                  <a:pt x="4164469" y="4157967"/>
                </a:cubicBezTo>
                <a:cubicBezTo>
                  <a:pt x="4158170" y="4143539"/>
                  <a:pt x="4155021" y="4118444"/>
                  <a:pt x="4155021" y="4082681"/>
                </a:cubicBezTo>
                <a:cubicBezTo>
                  <a:pt x="4155021" y="4048137"/>
                  <a:pt x="4158272" y="4023550"/>
                  <a:pt x="4164774" y="4008919"/>
                </a:cubicBezTo>
                <a:cubicBezTo>
                  <a:pt x="4171276" y="3994289"/>
                  <a:pt x="4181640" y="3986974"/>
                  <a:pt x="4195864" y="3986974"/>
                </a:cubicBezTo>
                <a:close/>
                <a:moveTo>
                  <a:pt x="2957614" y="3986974"/>
                </a:moveTo>
                <a:cubicBezTo>
                  <a:pt x="2971838" y="3986974"/>
                  <a:pt x="2982201" y="3994187"/>
                  <a:pt x="2988704" y="4008615"/>
                </a:cubicBezTo>
                <a:cubicBezTo>
                  <a:pt x="2995206" y="4023042"/>
                  <a:pt x="2998457" y="4047934"/>
                  <a:pt x="2998457" y="4083291"/>
                </a:cubicBezTo>
                <a:cubicBezTo>
                  <a:pt x="2998457" y="4118241"/>
                  <a:pt x="2995206" y="4143031"/>
                  <a:pt x="2988704" y="4157662"/>
                </a:cubicBezTo>
                <a:cubicBezTo>
                  <a:pt x="2982201" y="4172292"/>
                  <a:pt x="2971838" y="4179607"/>
                  <a:pt x="2957614" y="4179607"/>
                </a:cubicBezTo>
                <a:cubicBezTo>
                  <a:pt x="2942984" y="4179607"/>
                  <a:pt x="2932519" y="4172394"/>
                  <a:pt x="2926219" y="4157967"/>
                </a:cubicBezTo>
                <a:cubicBezTo>
                  <a:pt x="2919921" y="4143539"/>
                  <a:pt x="2916770" y="4118444"/>
                  <a:pt x="2916770" y="4082681"/>
                </a:cubicBezTo>
                <a:cubicBezTo>
                  <a:pt x="2916770" y="4048137"/>
                  <a:pt x="2920022" y="4023550"/>
                  <a:pt x="2926525" y="4008919"/>
                </a:cubicBezTo>
                <a:cubicBezTo>
                  <a:pt x="2933027" y="3994289"/>
                  <a:pt x="2943390" y="3986974"/>
                  <a:pt x="2957614" y="3986974"/>
                </a:cubicBezTo>
                <a:close/>
                <a:moveTo>
                  <a:pt x="2461933" y="3986364"/>
                </a:moveTo>
                <a:cubicBezTo>
                  <a:pt x="2473718" y="3986364"/>
                  <a:pt x="2482660" y="3993070"/>
                  <a:pt x="2488756" y="4006481"/>
                </a:cubicBezTo>
                <a:cubicBezTo>
                  <a:pt x="2494851" y="4019892"/>
                  <a:pt x="2497899" y="4045495"/>
                  <a:pt x="2497899" y="4083291"/>
                </a:cubicBezTo>
                <a:cubicBezTo>
                  <a:pt x="2497899" y="4147502"/>
                  <a:pt x="2484285" y="4179607"/>
                  <a:pt x="2457056" y="4179607"/>
                </a:cubicBezTo>
                <a:cubicBezTo>
                  <a:pt x="2443645" y="4179607"/>
                  <a:pt x="2431859" y="4171886"/>
                  <a:pt x="2421699" y="4156443"/>
                </a:cubicBezTo>
                <a:lnTo>
                  <a:pt x="2421699" y="4018063"/>
                </a:lnTo>
                <a:cubicBezTo>
                  <a:pt x="2433079" y="3996931"/>
                  <a:pt x="2446490" y="3986364"/>
                  <a:pt x="2461933" y="3986364"/>
                </a:cubicBezTo>
                <a:close/>
                <a:moveTo>
                  <a:pt x="8726105" y="3977830"/>
                </a:moveTo>
                <a:cubicBezTo>
                  <a:pt x="8739923" y="3977830"/>
                  <a:pt x="8749574" y="3983621"/>
                  <a:pt x="8755061" y="3995203"/>
                </a:cubicBezTo>
                <a:cubicBezTo>
                  <a:pt x="8760547" y="4006786"/>
                  <a:pt x="8763290" y="4024363"/>
                  <a:pt x="8763290" y="4047934"/>
                </a:cubicBezTo>
                <a:lnTo>
                  <a:pt x="8763290" y="4052201"/>
                </a:lnTo>
                <a:lnTo>
                  <a:pt x="8685262" y="4052201"/>
                </a:lnTo>
                <a:cubicBezTo>
                  <a:pt x="8686888" y="4024159"/>
                  <a:pt x="8690952" y="4004754"/>
                  <a:pt x="8697454" y="3993984"/>
                </a:cubicBezTo>
                <a:cubicBezTo>
                  <a:pt x="8703956" y="3983215"/>
                  <a:pt x="8713506" y="3977830"/>
                  <a:pt x="8726105" y="3977830"/>
                </a:cubicBezTo>
                <a:close/>
                <a:moveTo>
                  <a:pt x="5544755" y="3977830"/>
                </a:moveTo>
                <a:cubicBezTo>
                  <a:pt x="5558572" y="3977830"/>
                  <a:pt x="5568225" y="3983621"/>
                  <a:pt x="5573711" y="3995203"/>
                </a:cubicBezTo>
                <a:cubicBezTo>
                  <a:pt x="5579197" y="4006786"/>
                  <a:pt x="5581941" y="4024363"/>
                  <a:pt x="5581941" y="4047934"/>
                </a:cubicBezTo>
                <a:lnTo>
                  <a:pt x="5581941" y="4052201"/>
                </a:lnTo>
                <a:lnTo>
                  <a:pt x="5503912" y="4052201"/>
                </a:lnTo>
                <a:cubicBezTo>
                  <a:pt x="5505537" y="4024159"/>
                  <a:pt x="5509602" y="4004754"/>
                  <a:pt x="5516105" y="3993984"/>
                </a:cubicBezTo>
                <a:cubicBezTo>
                  <a:pt x="5522606" y="3983215"/>
                  <a:pt x="5532157" y="3977830"/>
                  <a:pt x="5544755" y="3977830"/>
                </a:cubicBezTo>
                <a:close/>
                <a:moveTo>
                  <a:pt x="1429956" y="3977830"/>
                </a:moveTo>
                <a:cubicBezTo>
                  <a:pt x="1443774" y="3977830"/>
                  <a:pt x="1453426" y="3983621"/>
                  <a:pt x="1458912" y="3995203"/>
                </a:cubicBezTo>
                <a:cubicBezTo>
                  <a:pt x="1464399" y="4006786"/>
                  <a:pt x="1467141" y="4024363"/>
                  <a:pt x="1467141" y="4047934"/>
                </a:cubicBezTo>
                <a:lnTo>
                  <a:pt x="1467141" y="4052201"/>
                </a:lnTo>
                <a:lnTo>
                  <a:pt x="1389113" y="4052201"/>
                </a:lnTo>
                <a:cubicBezTo>
                  <a:pt x="1390739" y="4024159"/>
                  <a:pt x="1394803" y="4004754"/>
                  <a:pt x="1401305" y="3993984"/>
                </a:cubicBezTo>
                <a:cubicBezTo>
                  <a:pt x="1407807" y="3983215"/>
                  <a:pt x="1417358" y="3977830"/>
                  <a:pt x="1429956" y="3977830"/>
                </a:cubicBezTo>
                <a:close/>
                <a:moveTo>
                  <a:pt x="5093194" y="3920527"/>
                </a:moveTo>
                <a:lnTo>
                  <a:pt x="5182806" y="4245444"/>
                </a:lnTo>
                <a:lnTo>
                  <a:pt x="5308383" y="4245444"/>
                </a:lnTo>
                <a:lnTo>
                  <a:pt x="5396166" y="3920527"/>
                </a:lnTo>
                <a:lnTo>
                  <a:pt x="5291314" y="3920527"/>
                </a:lnTo>
                <a:lnTo>
                  <a:pt x="5246204" y="4166806"/>
                </a:lnTo>
                <a:lnTo>
                  <a:pt x="5204751" y="3920527"/>
                </a:lnTo>
                <a:close/>
                <a:moveTo>
                  <a:pt x="3896779" y="3920527"/>
                </a:moveTo>
                <a:lnTo>
                  <a:pt x="3896779" y="4245444"/>
                </a:lnTo>
                <a:lnTo>
                  <a:pt x="4002849" y="4245444"/>
                </a:lnTo>
                <a:lnTo>
                  <a:pt x="4002849" y="3920527"/>
                </a:lnTo>
                <a:close/>
                <a:moveTo>
                  <a:pt x="1992922" y="3920527"/>
                </a:moveTo>
                <a:lnTo>
                  <a:pt x="2075218" y="4074756"/>
                </a:lnTo>
                <a:lnTo>
                  <a:pt x="1984997" y="4245444"/>
                </a:lnTo>
                <a:lnTo>
                  <a:pt x="2096554" y="4245444"/>
                </a:lnTo>
                <a:lnTo>
                  <a:pt x="2136787" y="4127791"/>
                </a:lnTo>
                <a:lnTo>
                  <a:pt x="2179460" y="4245444"/>
                </a:lnTo>
                <a:lnTo>
                  <a:pt x="2294064" y="4245444"/>
                </a:lnTo>
                <a:lnTo>
                  <a:pt x="2202624" y="4071708"/>
                </a:lnTo>
                <a:lnTo>
                  <a:pt x="2278215" y="3920527"/>
                </a:lnTo>
                <a:lnTo>
                  <a:pt x="2169706" y="3920527"/>
                </a:lnTo>
                <a:lnTo>
                  <a:pt x="2139225" y="4021721"/>
                </a:lnTo>
                <a:lnTo>
                  <a:pt x="2105698" y="3920527"/>
                </a:lnTo>
                <a:close/>
                <a:moveTo>
                  <a:pt x="3320478" y="3910774"/>
                </a:moveTo>
                <a:cubicBezTo>
                  <a:pt x="3303410" y="3910774"/>
                  <a:pt x="3288373" y="3916463"/>
                  <a:pt x="3275368" y="3927843"/>
                </a:cubicBezTo>
                <a:cubicBezTo>
                  <a:pt x="3262363" y="3939222"/>
                  <a:pt x="3252203" y="3955275"/>
                  <a:pt x="3244888" y="3976001"/>
                </a:cubicBezTo>
                <a:lnTo>
                  <a:pt x="3236963" y="3920527"/>
                </a:lnTo>
                <a:lnTo>
                  <a:pt x="3144304" y="3920527"/>
                </a:lnTo>
                <a:lnTo>
                  <a:pt x="3144304" y="4245444"/>
                </a:lnTo>
                <a:lnTo>
                  <a:pt x="3250374" y="4245444"/>
                </a:lnTo>
                <a:lnTo>
                  <a:pt x="3250374" y="4083291"/>
                </a:lnTo>
                <a:cubicBezTo>
                  <a:pt x="3255251" y="4060532"/>
                  <a:pt x="3261753" y="4043362"/>
                  <a:pt x="3269882" y="4031779"/>
                </a:cubicBezTo>
                <a:cubicBezTo>
                  <a:pt x="3278010" y="4020197"/>
                  <a:pt x="3290202" y="4014406"/>
                  <a:pt x="3306458" y="4014406"/>
                </a:cubicBezTo>
                <a:cubicBezTo>
                  <a:pt x="3314992" y="4014406"/>
                  <a:pt x="3323526" y="4015625"/>
                  <a:pt x="3332061" y="4018063"/>
                </a:cubicBezTo>
                <a:lnTo>
                  <a:pt x="3349129" y="3916260"/>
                </a:lnTo>
                <a:cubicBezTo>
                  <a:pt x="3339376" y="3912603"/>
                  <a:pt x="3329826" y="3910774"/>
                  <a:pt x="3320478" y="3910774"/>
                </a:cubicBezTo>
                <a:close/>
                <a:moveTo>
                  <a:pt x="8724886" y="3909555"/>
                </a:moveTo>
                <a:cubicBezTo>
                  <a:pt x="8693593" y="3909555"/>
                  <a:pt x="8667076" y="3917073"/>
                  <a:pt x="8645333" y="3932110"/>
                </a:cubicBezTo>
                <a:cubicBezTo>
                  <a:pt x="8623590" y="3947147"/>
                  <a:pt x="8607233" y="3967873"/>
                  <a:pt x="8596260" y="3994289"/>
                </a:cubicBezTo>
                <a:cubicBezTo>
                  <a:pt x="8585288" y="4020705"/>
                  <a:pt x="8579801" y="4050779"/>
                  <a:pt x="8579801" y="4084510"/>
                </a:cubicBezTo>
                <a:cubicBezTo>
                  <a:pt x="8579801" y="4137342"/>
                  <a:pt x="8593009" y="4179201"/>
                  <a:pt x="8619425" y="4210087"/>
                </a:cubicBezTo>
                <a:cubicBezTo>
                  <a:pt x="8645840" y="4240974"/>
                  <a:pt x="8684450" y="4256417"/>
                  <a:pt x="8735249" y="4256417"/>
                </a:cubicBezTo>
                <a:cubicBezTo>
                  <a:pt x="8781578" y="4256417"/>
                  <a:pt x="8821812" y="4241177"/>
                  <a:pt x="8855950" y="4210697"/>
                </a:cubicBezTo>
                <a:lnTo>
                  <a:pt x="8813278" y="4153395"/>
                </a:lnTo>
                <a:cubicBezTo>
                  <a:pt x="8800273" y="4162742"/>
                  <a:pt x="8788386" y="4169549"/>
                  <a:pt x="8777616" y="4173816"/>
                </a:cubicBezTo>
                <a:cubicBezTo>
                  <a:pt x="8766846" y="4178083"/>
                  <a:pt x="8755772" y="4180217"/>
                  <a:pt x="8744393" y="4180217"/>
                </a:cubicBezTo>
                <a:cubicBezTo>
                  <a:pt x="8726512" y="4180217"/>
                  <a:pt x="8712896" y="4175543"/>
                  <a:pt x="8703550" y="4166196"/>
                </a:cubicBezTo>
                <a:cubicBezTo>
                  <a:pt x="8694203" y="4156849"/>
                  <a:pt x="8688310" y="4139374"/>
                  <a:pt x="8685872" y="4113771"/>
                </a:cubicBezTo>
                <a:lnTo>
                  <a:pt x="8865094" y="4113771"/>
                </a:lnTo>
                <a:cubicBezTo>
                  <a:pt x="8866720" y="4099953"/>
                  <a:pt x="8867532" y="4087964"/>
                  <a:pt x="8867532" y="4077804"/>
                </a:cubicBezTo>
                <a:cubicBezTo>
                  <a:pt x="8867532" y="4023753"/>
                  <a:pt x="8854730" y="3982199"/>
                  <a:pt x="8829127" y="3953141"/>
                </a:cubicBezTo>
                <a:cubicBezTo>
                  <a:pt x="8803524" y="3924083"/>
                  <a:pt x="8768777" y="3909555"/>
                  <a:pt x="8724886" y="3909555"/>
                </a:cubicBezTo>
                <a:close/>
                <a:moveTo>
                  <a:pt x="5865176" y="3909555"/>
                </a:moveTo>
                <a:cubicBezTo>
                  <a:pt x="5834289" y="3909555"/>
                  <a:pt x="5807366" y="3916768"/>
                  <a:pt x="5784404" y="3931195"/>
                </a:cubicBezTo>
                <a:cubicBezTo>
                  <a:pt x="5761443" y="3945623"/>
                  <a:pt x="5743764" y="3966146"/>
                  <a:pt x="5731369" y="3992765"/>
                </a:cubicBezTo>
                <a:cubicBezTo>
                  <a:pt x="5718974" y="4019384"/>
                  <a:pt x="5712776" y="4050372"/>
                  <a:pt x="5712776" y="4085729"/>
                </a:cubicBezTo>
                <a:cubicBezTo>
                  <a:pt x="5712776" y="4139374"/>
                  <a:pt x="5726391" y="4181233"/>
                  <a:pt x="5753619" y="4211307"/>
                </a:cubicBezTo>
                <a:cubicBezTo>
                  <a:pt x="5780849" y="4241380"/>
                  <a:pt x="5818644" y="4256417"/>
                  <a:pt x="5867005" y="4256417"/>
                </a:cubicBezTo>
                <a:cubicBezTo>
                  <a:pt x="5906426" y="4256417"/>
                  <a:pt x="5940767" y="4243412"/>
                  <a:pt x="5970028" y="4217403"/>
                </a:cubicBezTo>
                <a:lnTo>
                  <a:pt x="5924308" y="4155223"/>
                </a:lnTo>
                <a:cubicBezTo>
                  <a:pt x="5913741" y="4162132"/>
                  <a:pt x="5904800" y="4167111"/>
                  <a:pt x="5897485" y="4170159"/>
                </a:cubicBezTo>
                <a:cubicBezTo>
                  <a:pt x="5890170" y="4173207"/>
                  <a:pt x="5882245" y="4174731"/>
                  <a:pt x="5873711" y="4174731"/>
                </a:cubicBezTo>
                <a:cubicBezTo>
                  <a:pt x="5857454" y="4174731"/>
                  <a:pt x="5844958" y="4168228"/>
                  <a:pt x="5836221" y="4155223"/>
                </a:cubicBezTo>
                <a:cubicBezTo>
                  <a:pt x="5827483" y="4142219"/>
                  <a:pt x="5823114" y="4118851"/>
                  <a:pt x="5823114" y="4085119"/>
                </a:cubicBezTo>
                <a:cubicBezTo>
                  <a:pt x="5823114" y="4049763"/>
                  <a:pt x="5827381" y="4024972"/>
                  <a:pt x="5835915" y="4010748"/>
                </a:cubicBezTo>
                <a:cubicBezTo>
                  <a:pt x="5844450" y="3996524"/>
                  <a:pt x="5857251" y="3989412"/>
                  <a:pt x="5874320" y="3989412"/>
                </a:cubicBezTo>
                <a:cubicBezTo>
                  <a:pt x="5890982" y="3989412"/>
                  <a:pt x="5908255" y="3996524"/>
                  <a:pt x="5926136" y="4010748"/>
                </a:cubicBezTo>
                <a:lnTo>
                  <a:pt x="5970028" y="3951007"/>
                </a:lnTo>
                <a:cubicBezTo>
                  <a:pt x="5955397" y="3937190"/>
                  <a:pt x="5939547" y="3926827"/>
                  <a:pt x="5922479" y="3919918"/>
                </a:cubicBezTo>
                <a:cubicBezTo>
                  <a:pt x="5905410" y="3913009"/>
                  <a:pt x="5886309" y="3909555"/>
                  <a:pt x="5865176" y="3909555"/>
                </a:cubicBezTo>
                <a:close/>
                <a:moveTo>
                  <a:pt x="5543537" y="3909555"/>
                </a:moveTo>
                <a:cubicBezTo>
                  <a:pt x="5512243" y="3909555"/>
                  <a:pt x="5485726" y="3917073"/>
                  <a:pt x="5463983" y="3932110"/>
                </a:cubicBezTo>
                <a:cubicBezTo>
                  <a:pt x="5442241" y="3947147"/>
                  <a:pt x="5425883" y="3967873"/>
                  <a:pt x="5414910" y="3994289"/>
                </a:cubicBezTo>
                <a:cubicBezTo>
                  <a:pt x="5403938" y="4020705"/>
                  <a:pt x="5398451" y="4050779"/>
                  <a:pt x="5398451" y="4084510"/>
                </a:cubicBezTo>
                <a:cubicBezTo>
                  <a:pt x="5398451" y="4137342"/>
                  <a:pt x="5411659" y="4179201"/>
                  <a:pt x="5438075" y="4210087"/>
                </a:cubicBezTo>
                <a:cubicBezTo>
                  <a:pt x="5464492" y="4240974"/>
                  <a:pt x="5503099" y="4256417"/>
                  <a:pt x="5553899" y="4256417"/>
                </a:cubicBezTo>
                <a:cubicBezTo>
                  <a:pt x="5600229" y="4256417"/>
                  <a:pt x="5640462" y="4241177"/>
                  <a:pt x="5674600" y="4210697"/>
                </a:cubicBezTo>
                <a:lnTo>
                  <a:pt x="5631928" y="4153395"/>
                </a:lnTo>
                <a:cubicBezTo>
                  <a:pt x="5618923" y="4162742"/>
                  <a:pt x="5607036" y="4169549"/>
                  <a:pt x="5596267" y="4173816"/>
                </a:cubicBezTo>
                <a:cubicBezTo>
                  <a:pt x="5585497" y="4178083"/>
                  <a:pt x="5574422" y="4180217"/>
                  <a:pt x="5563044" y="4180217"/>
                </a:cubicBezTo>
                <a:cubicBezTo>
                  <a:pt x="5545162" y="4180217"/>
                  <a:pt x="5531547" y="4175543"/>
                  <a:pt x="5522200" y="4166196"/>
                </a:cubicBezTo>
                <a:cubicBezTo>
                  <a:pt x="5512853" y="4156849"/>
                  <a:pt x="5506960" y="4139374"/>
                  <a:pt x="5504522" y="4113771"/>
                </a:cubicBezTo>
                <a:lnTo>
                  <a:pt x="5683744" y="4113771"/>
                </a:lnTo>
                <a:cubicBezTo>
                  <a:pt x="5685370" y="4099953"/>
                  <a:pt x="5686183" y="4087964"/>
                  <a:pt x="5686183" y="4077804"/>
                </a:cubicBezTo>
                <a:cubicBezTo>
                  <a:pt x="5686183" y="4023753"/>
                  <a:pt x="5673381" y="3982199"/>
                  <a:pt x="5647777" y="3953141"/>
                </a:cubicBezTo>
                <a:cubicBezTo>
                  <a:pt x="5622175" y="3924083"/>
                  <a:pt x="5587427" y="3909555"/>
                  <a:pt x="5543537" y="3909555"/>
                </a:cubicBezTo>
                <a:close/>
                <a:moveTo>
                  <a:pt x="4942624" y="3909555"/>
                </a:moveTo>
                <a:cubicBezTo>
                  <a:pt x="4923929" y="3909555"/>
                  <a:pt x="4904117" y="3911688"/>
                  <a:pt x="4883188" y="3915955"/>
                </a:cubicBezTo>
                <a:cubicBezTo>
                  <a:pt x="4862258" y="3920223"/>
                  <a:pt x="4842852" y="3926420"/>
                  <a:pt x="4824970" y="3934548"/>
                </a:cubicBezTo>
                <a:lnTo>
                  <a:pt x="4848135" y="4001604"/>
                </a:lnTo>
                <a:cubicBezTo>
                  <a:pt x="4879022" y="3990631"/>
                  <a:pt x="4904218" y="3985145"/>
                  <a:pt x="4923726" y="3985145"/>
                </a:cubicBezTo>
                <a:cubicBezTo>
                  <a:pt x="4940388" y="3985145"/>
                  <a:pt x="4951767" y="3988396"/>
                  <a:pt x="4957864" y="3994899"/>
                </a:cubicBezTo>
                <a:cubicBezTo>
                  <a:pt x="4963959" y="4001401"/>
                  <a:pt x="4967007" y="4013796"/>
                  <a:pt x="4967007" y="4032084"/>
                </a:cubicBezTo>
                <a:lnTo>
                  <a:pt x="4967007" y="4044276"/>
                </a:lnTo>
                <a:lnTo>
                  <a:pt x="4945671" y="4044276"/>
                </a:lnTo>
                <a:cubicBezTo>
                  <a:pt x="4899748" y="4044276"/>
                  <a:pt x="4864696" y="4053725"/>
                  <a:pt x="4840515" y="4072623"/>
                </a:cubicBezTo>
                <a:cubicBezTo>
                  <a:pt x="4816334" y="4091520"/>
                  <a:pt x="4804244" y="4118851"/>
                  <a:pt x="4804244" y="4154614"/>
                </a:cubicBezTo>
                <a:cubicBezTo>
                  <a:pt x="4804244" y="4185094"/>
                  <a:pt x="4812982" y="4209681"/>
                  <a:pt x="4830457" y="4228375"/>
                </a:cubicBezTo>
                <a:cubicBezTo>
                  <a:pt x="4847932" y="4247070"/>
                  <a:pt x="4871300" y="4256417"/>
                  <a:pt x="4900561" y="4256417"/>
                </a:cubicBezTo>
                <a:cubicBezTo>
                  <a:pt x="4939169" y="4256417"/>
                  <a:pt x="4968633" y="4240771"/>
                  <a:pt x="4988953" y="4209478"/>
                </a:cubicBezTo>
                <a:cubicBezTo>
                  <a:pt x="4996269" y="4224515"/>
                  <a:pt x="5006123" y="4235386"/>
                  <a:pt x="5018518" y="4242091"/>
                </a:cubicBezTo>
                <a:cubicBezTo>
                  <a:pt x="5030914" y="4248797"/>
                  <a:pt x="5047068" y="4252963"/>
                  <a:pt x="5066982" y="4254588"/>
                </a:cubicBezTo>
                <a:lnTo>
                  <a:pt x="5088318" y="4185703"/>
                </a:lnTo>
                <a:cubicBezTo>
                  <a:pt x="5081409" y="4182859"/>
                  <a:pt x="5076735" y="4178998"/>
                  <a:pt x="5074297" y="4174121"/>
                </a:cubicBezTo>
                <a:cubicBezTo>
                  <a:pt x="5071858" y="4169244"/>
                  <a:pt x="5070640" y="4161319"/>
                  <a:pt x="5070640" y="4150347"/>
                </a:cubicBezTo>
                <a:lnTo>
                  <a:pt x="5070640" y="4025988"/>
                </a:lnTo>
                <a:cubicBezTo>
                  <a:pt x="5070640" y="3986161"/>
                  <a:pt x="5060276" y="3956799"/>
                  <a:pt x="5039550" y="3937901"/>
                </a:cubicBezTo>
                <a:cubicBezTo>
                  <a:pt x="5018823" y="3919003"/>
                  <a:pt x="4986515" y="3909555"/>
                  <a:pt x="4942624" y="3909555"/>
                </a:cubicBezTo>
                <a:close/>
                <a:moveTo>
                  <a:pt x="4570310" y="3909555"/>
                </a:moveTo>
                <a:cubicBezTo>
                  <a:pt x="4552428" y="3909555"/>
                  <a:pt x="4536477" y="3913415"/>
                  <a:pt x="4522456" y="3921137"/>
                </a:cubicBezTo>
                <a:cubicBezTo>
                  <a:pt x="4508435" y="3928859"/>
                  <a:pt x="4495126" y="3940644"/>
                  <a:pt x="4482528" y="3956494"/>
                </a:cubicBezTo>
                <a:lnTo>
                  <a:pt x="4475212" y="3920527"/>
                </a:lnTo>
                <a:lnTo>
                  <a:pt x="4382553" y="3920527"/>
                </a:lnTo>
                <a:lnTo>
                  <a:pt x="4382553" y="4245444"/>
                </a:lnTo>
                <a:lnTo>
                  <a:pt x="4488623" y="4245444"/>
                </a:lnTo>
                <a:lnTo>
                  <a:pt x="4488623" y="4022940"/>
                </a:lnTo>
                <a:cubicBezTo>
                  <a:pt x="4502441" y="4000182"/>
                  <a:pt x="4515242" y="3988803"/>
                  <a:pt x="4527028" y="3988803"/>
                </a:cubicBezTo>
                <a:cubicBezTo>
                  <a:pt x="4532718" y="3988803"/>
                  <a:pt x="4537087" y="3991038"/>
                  <a:pt x="4540134" y="3995508"/>
                </a:cubicBezTo>
                <a:cubicBezTo>
                  <a:pt x="4543183" y="3999979"/>
                  <a:pt x="4544707" y="4007497"/>
                  <a:pt x="4544707" y="4018063"/>
                </a:cubicBezTo>
                <a:lnTo>
                  <a:pt x="4544707" y="4245444"/>
                </a:lnTo>
                <a:lnTo>
                  <a:pt x="4650777" y="4245444"/>
                </a:lnTo>
                <a:lnTo>
                  <a:pt x="4650777" y="4004043"/>
                </a:lnTo>
                <a:cubicBezTo>
                  <a:pt x="4650777" y="3974375"/>
                  <a:pt x="4643665" y="3951211"/>
                  <a:pt x="4629442" y="3934548"/>
                </a:cubicBezTo>
                <a:cubicBezTo>
                  <a:pt x="4615217" y="3917886"/>
                  <a:pt x="4595507" y="3909555"/>
                  <a:pt x="4570310" y="3909555"/>
                </a:cubicBezTo>
                <a:close/>
                <a:moveTo>
                  <a:pt x="4195864" y="3909555"/>
                </a:moveTo>
                <a:cubicBezTo>
                  <a:pt x="4149128" y="3909555"/>
                  <a:pt x="4112450" y="3924795"/>
                  <a:pt x="4085831" y="3955275"/>
                </a:cubicBezTo>
                <a:cubicBezTo>
                  <a:pt x="4059212" y="3985755"/>
                  <a:pt x="4045902" y="4028223"/>
                  <a:pt x="4045902" y="4082681"/>
                </a:cubicBezTo>
                <a:cubicBezTo>
                  <a:pt x="4045902" y="4139577"/>
                  <a:pt x="4059110" y="4182757"/>
                  <a:pt x="4085527" y="4212221"/>
                </a:cubicBezTo>
                <a:cubicBezTo>
                  <a:pt x="4111942" y="4241685"/>
                  <a:pt x="4148722" y="4256417"/>
                  <a:pt x="4195864" y="4256417"/>
                </a:cubicBezTo>
                <a:cubicBezTo>
                  <a:pt x="4242599" y="4256417"/>
                  <a:pt x="4279277" y="4241177"/>
                  <a:pt x="4305896" y="4210697"/>
                </a:cubicBezTo>
                <a:cubicBezTo>
                  <a:pt x="4332515" y="4180217"/>
                  <a:pt x="4345825" y="4137748"/>
                  <a:pt x="4345825" y="4083291"/>
                </a:cubicBezTo>
                <a:cubicBezTo>
                  <a:pt x="4345825" y="4026395"/>
                  <a:pt x="4332515" y="3983215"/>
                  <a:pt x="4305896" y="3953751"/>
                </a:cubicBezTo>
                <a:cubicBezTo>
                  <a:pt x="4279277" y="3924287"/>
                  <a:pt x="4242599" y="3909555"/>
                  <a:pt x="4195864" y="3909555"/>
                </a:cubicBezTo>
                <a:close/>
                <a:moveTo>
                  <a:pt x="3494824" y="3909555"/>
                </a:moveTo>
                <a:cubicBezTo>
                  <a:pt x="3476130" y="3909555"/>
                  <a:pt x="3456317" y="3911688"/>
                  <a:pt x="3435388" y="3915955"/>
                </a:cubicBezTo>
                <a:cubicBezTo>
                  <a:pt x="3414458" y="3920223"/>
                  <a:pt x="3395053" y="3926420"/>
                  <a:pt x="3377171" y="3934548"/>
                </a:cubicBezTo>
                <a:lnTo>
                  <a:pt x="3400336" y="4001604"/>
                </a:lnTo>
                <a:cubicBezTo>
                  <a:pt x="3431223" y="3990631"/>
                  <a:pt x="3456419" y="3985145"/>
                  <a:pt x="3475926" y="3985145"/>
                </a:cubicBezTo>
                <a:cubicBezTo>
                  <a:pt x="3492589" y="3985145"/>
                  <a:pt x="3503968" y="3988396"/>
                  <a:pt x="3510064" y="3994899"/>
                </a:cubicBezTo>
                <a:cubicBezTo>
                  <a:pt x="3516160" y="4001401"/>
                  <a:pt x="3519208" y="4013796"/>
                  <a:pt x="3519208" y="4032084"/>
                </a:cubicBezTo>
                <a:lnTo>
                  <a:pt x="3519208" y="4044276"/>
                </a:lnTo>
                <a:lnTo>
                  <a:pt x="3497872" y="4044276"/>
                </a:lnTo>
                <a:cubicBezTo>
                  <a:pt x="3451948" y="4044276"/>
                  <a:pt x="3416897" y="4053725"/>
                  <a:pt x="3392716" y="4072623"/>
                </a:cubicBezTo>
                <a:cubicBezTo>
                  <a:pt x="3368535" y="4091520"/>
                  <a:pt x="3356445" y="4118851"/>
                  <a:pt x="3356445" y="4154614"/>
                </a:cubicBezTo>
                <a:cubicBezTo>
                  <a:pt x="3356445" y="4185094"/>
                  <a:pt x="3365182" y="4209681"/>
                  <a:pt x="3382658" y="4228375"/>
                </a:cubicBezTo>
                <a:cubicBezTo>
                  <a:pt x="3400133" y="4247070"/>
                  <a:pt x="3423500" y="4256417"/>
                  <a:pt x="3452762" y="4256417"/>
                </a:cubicBezTo>
                <a:cubicBezTo>
                  <a:pt x="3491369" y="4256417"/>
                  <a:pt x="3520833" y="4240771"/>
                  <a:pt x="3541154" y="4209478"/>
                </a:cubicBezTo>
                <a:cubicBezTo>
                  <a:pt x="3548468" y="4224515"/>
                  <a:pt x="3558324" y="4235386"/>
                  <a:pt x="3570719" y="4242091"/>
                </a:cubicBezTo>
                <a:cubicBezTo>
                  <a:pt x="3583114" y="4248797"/>
                  <a:pt x="3599269" y="4252963"/>
                  <a:pt x="3619182" y="4254588"/>
                </a:cubicBezTo>
                <a:lnTo>
                  <a:pt x="3640519" y="4185703"/>
                </a:lnTo>
                <a:cubicBezTo>
                  <a:pt x="3633610" y="4182859"/>
                  <a:pt x="3628936" y="4178998"/>
                  <a:pt x="3626498" y="4174121"/>
                </a:cubicBezTo>
                <a:cubicBezTo>
                  <a:pt x="3624059" y="4169244"/>
                  <a:pt x="3622840" y="4161319"/>
                  <a:pt x="3622840" y="4150347"/>
                </a:cubicBezTo>
                <a:lnTo>
                  <a:pt x="3622840" y="4025988"/>
                </a:lnTo>
                <a:cubicBezTo>
                  <a:pt x="3622840" y="3986161"/>
                  <a:pt x="3612477" y="3956799"/>
                  <a:pt x="3591750" y="3937901"/>
                </a:cubicBezTo>
                <a:cubicBezTo>
                  <a:pt x="3571024" y="3919003"/>
                  <a:pt x="3538715" y="3909555"/>
                  <a:pt x="3494824" y="3909555"/>
                </a:cubicBezTo>
                <a:close/>
                <a:moveTo>
                  <a:pt x="2957614" y="3909555"/>
                </a:moveTo>
                <a:cubicBezTo>
                  <a:pt x="2910878" y="3909555"/>
                  <a:pt x="2874200" y="3924795"/>
                  <a:pt x="2847581" y="3955275"/>
                </a:cubicBezTo>
                <a:cubicBezTo>
                  <a:pt x="2820962" y="3985755"/>
                  <a:pt x="2807652" y="4028223"/>
                  <a:pt x="2807652" y="4082681"/>
                </a:cubicBezTo>
                <a:cubicBezTo>
                  <a:pt x="2807652" y="4139577"/>
                  <a:pt x="2820860" y="4182757"/>
                  <a:pt x="2847276" y="4212221"/>
                </a:cubicBezTo>
                <a:cubicBezTo>
                  <a:pt x="2873692" y="4241685"/>
                  <a:pt x="2910471" y="4256417"/>
                  <a:pt x="2957614" y="4256417"/>
                </a:cubicBezTo>
                <a:cubicBezTo>
                  <a:pt x="3004350" y="4256417"/>
                  <a:pt x="3041027" y="4241177"/>
                  <a:pt x="3067647" y="4210697"/>
                </a:cubicBezTo>
                <a:cubicBezTo>
                  <a:pt x="3094266" y="4180217"/>
                  <a:pt x="3107575" y="4137748"/>
                  <a:pt x="3107575" y="4083291"/>
                </a:cubicBezTo>
                <a:cubicBezTo>
                  <a:pt x="3107575" y="4026395"/>
                  <a:pt x="3094266" y="3983215"/>
                  <a:pt x="3067647" y="3953751"/>
                </a:cubicBezTo>
                <a:cubicBezTo>
                  <a:pt x="3041027" y="3924287"/>
                  <a:pt x="3004350" y="3909555"/>
                  <a:pt x="2957614" y="3909555"/>
                </a:cubicBezTo>
                <a:close/>
                <a:moveTo>
                  <a:pt x="2498509" y="3909555"/>
                </a:moveTo>
                <a:cubicBezTo>
                  <a:pt x="2463965" y="3909555"/>
                  <a:pt x="2435720" y="3924591"/>
                  <a:pt x="2413774" y="3954665"/>
                </a:cubicBezTo>
                <a:lnTo>
                  <a:pt x="2410117" y="3920527"/>
                </a:lnTo>
                <a:lnTo>
                  <a:pt x="2315629" y="3920527"/>
                </a:lnTo>
                <a:lnTo>
                  <a:pt x="2315629" y="4381995"/>
                </a:lnTo>
                <a:lnTo>
                  <a:pt x="2421699" y="4371022"/>
                </a:lnTo>
                <a:lnTo>
                  <a:pt x="2421699" y="4224108"/>
                </a:lnTo>
                <a:cubicBezTo>
                  <a:pt x="2439987" y="4245647"/>
                  <a:pt x="2462746" y="4256417"/>
                  <a:pt x="2489974" y="4256417"/>
                </a:cubicBezTo>
                <a:cubicBezTo>
                  <a:pt x="2513139" y="4256417"/>
                  <a:pt x="2533561" y="4249203"/>
                  <a:pt x="2551239" y="4234776"/>
                </a:cubicBezTo>
                <a:cubicBezTo>
                  <a:pt x="2568918" y="4220349"/>
                  <a:pt x="2582532" y="4199927"/>
                  <a:pt x="2592082" y="4173511"/>
                </a:cubicBezTo>
                <a:cubicBezTo>
                  <a:pt x="2601633" y="4147095"/>
                  <a:pt x="2606408" y="4116615"/>
                  <a:pt x="2606408" y="4082071"/>
                </a:cubicBezTo>
                <a:cubicBezTo>
                  <a:pt x="2606408" y="4026801"/>
                  <a:pt x="2597366" y="3984231"/>
                  <a:pt x="2579281" y="3954360"/>
                </a:cubicBezTo>
                <a:cubicBezTo>
                  <a:pt x="2561196" y="3924490"/>
                  <a:pt x="2534272" y="3909555"/>
                  <a:pt x="2498509" y="3909555"/>
                </a:cubicBezTo>
                <a:close/>
                <a:moveTo>
                  <a:pt x="1428737" y="3909555"/>
                </a:moveTo>
                <a:cubicBezTo>
                  <a:pt x="1397444" y="3909555"/>
                  <a:pt x="1370926" y="3917073"/>
                  <a:pt x="1349184" y="3932110"/>
                </a:cubicBezTo>
                <a:cubicBezTo>
                  <a:pt x="1327442" y="3947147"/>
                  <a:pt x="1311084" y="3967873"/>
                  <a:pt x="1300111" y="3994289"/>
                </a:cubicBezTo>
                <a:cubicBezTo>
                  <a:pt x="1289138" y="4020705"/>
                  <a:pt x="1283652" y="4050779"/>
                  <a:pt x="1283652" y="4084510"/>
                </a:cubicBezTo>
                <a:cubicBezTo>
                  <a:pt x="1283652" y="4137342"/>
                  <a:pt x="1296860" y="4179201"/>
                  <a:pt x="1323276" y="4210087"/>
                </a:cubicBezTo>
                <a:cubicBezTo>
                  <a:pt x="1349692" y="4240974"/>
                  <a:pt x="1388300" y="4256417"/>
                  <a:pt x="1439100" y="4256417"/>
                </a:cubicBezTo>
                <a:cubicBezTo>
                  <a:pt x="1485430" y="4256417"/>
                  <a:pt x="1525663" y="4241177"/>
                  <a:pt x="1559801" y="4210697"/>
                </a:cubicBezTo>
                <a:lnTo>
                  <a:pt x="1517129" y="4153395"/>
                </a:lnTo>
                <a:cubicBezTo>
                  <a:pt x="1504124" y="4162742"/>
                  <a:pt x="1492237" y="4169549"/>
                  <a:pt x="1481467" y="4173816"/>
                </a:cubicBezTo>
                <a:cubicBezTo>
                  <a:pt x="1470698" y="4178083"/>
                  <a:pt x="1459623" y="4180217"/>
                  <a:pt x="1448244" y="4180217"/>
                </a:cubicBezTo>
                <a:cubicBezTo>
                  <a:pt x="1430362" y="4180217"/>
                  <a:pt x="1416748" y="4175543"/>
                  <a:pt x="1407401" y="4166196"/>
                </a:cubicBezTo>
                <a:cubicBezTo>
                  <a:pt x="1398054" y="4156849"/>
                  <a:pt x="1392161" y="4139374"/>
                  <a:pt x="1389722" y="4113771"/>
                </a:cubicBezTo>
                <a:lnTo>
                  <a:pt x="1568945" y="4113771"/>
                </a:lnTo>
                <a:cubicBezTo>
                  <a:pt x="1570570" y="4099953"/>
                  <a:pt x="1571383" y="4087964"/>
                  <a:pt x="1571383" y="4077804"/>
                </a:cubicBezTo>
                <a:cubicBezTo>
                  <a:pt x="1571383" y="4023753"/>
                  <a:pt x="1558582" y="3982199"/>
                  <a:pt x="1532978" y="3953141"/>
                </a:cubicBezTo>
                <a:cubicBezTo>
                  <a:pt x="1507375" y="3924083"/>
                  <a:pt x="1472628" y="3909555"/>
                  <a:pt x="1428737" y="3909555"/>
                </a:cubicBezTo>
                <a:close/>
                <a:moveTo>
                  <a:pt x="1169885" y="3909555"/>
                </a:moveTo>
                <a:cubicBezTo>
                  <a:pt x="1152004" y="3909555"/>
                  <a:pt x="1136053" y="3913415"/>
                  <a:pt x="1122032" y="3921137"/>
                </a:cubicBezTo>
                <a:cubicBezTo>
                  <a:pt x="1108011" y="3928859"/>
                  <a:pt x="1094701" y="3940644"/>
                  <a:pt x="1082103" y="3956494"/>
                </a:cubicBezTo>
                <a:lnTo>
                  <a:pt x="1074788" y="3920527"/>
                </a:lnTo>
                <a:lnTo>
                  <a:pt x="982129" y="3920527"/>
                </a:lnTo>
                <a:lnTo>
                  <a:pt x="982129" y="4245444"/>
                </a:lnTo>
                <a:lnTo>
                  <a:pt x="1088199" y="4245444"/>
                </a:lnTo>
                <a:lnTo>
                  <a:pt x="1088199" y="4022940"/>
                </a:lnTo>
                <a:cubicBezTo>
                  <a:pt x="1102017" y="4000182"/>
                  <a:pt x="1114818" y="3988803"/>
                  <a:pt x="1126604" y="3988803"/>
                </a:cubicBezTo>
                <a:cubicBezTo>
                  <a:pt x="1132293" y="3988803"/>
                  <a:pt x="1136662" y="3991038"/>
                  <a:pt x="1139710" y="3995508"/>
                </a:cubicBezTo>
                <a:cubicBezTo>
                  <a:pt x="1142758" y="3999979"/>
                  <a:pt x="1144282" y="4007497"/>
                  <a:pt x="1144282" y="4018063"/>
                </a:cubicBezTo>
                <a:lnTo>
                  <a:pt x="1144282" y="4245444"/>
                </a:lnTo>
                <a:lnTo>
                  <a:pt x="1250353" y="4245444"/>
                </a:lnTo>
                <a:lnTo>
                  <a:pt x="1250353" y="4004043"/>
                </a:lnTo>
                <a:cubicBezTo>
                  <a:pt x="1250353" y="3974375"/>
                  <a:pt x="1243241" y="3951211"/>
                  <a:pt x="1229016" y="3934548"/>
                </a:cubicBezTo>
                <a:cubicBezTo>
                  <a:pt x="1214793" y="3917886"/>
                  <a:pt x="1195082" y="3909555"/>
                  <a:pt x="1169885" y="3909555"/>
                </a:cubicBezTo>
                <a:close/>
                <a:moveTo>
                  <a:pt x="10313884" y="3900411"/>
                </a:moveTo>
                <a:lnTo>
                  <a:pt x="10337660" y="3900411"/>
                </a:lnTo>
                <a:cubicBezTo>
                  <a:pt x="10354321" y="3900411"/>
                  <a:pt x="10368038" y="3904068"/>
                  <a:pt x="10378807" y="3911383"/>
                </a:cubicBezTo>
                <a:cubicBezTo>
                  <a:pt x="10389576" y="3918699"/>
                  <a:pt x="10397908" y="3932008"/>
                  <a:pt x="10403801" y="3951312"/>
                </a:cubicBezTo>
                <a:cubicBezTo>
                  <a:pt x="10409694" y="3970616"/>
                  <a:pt x="10412640" y="3997540"/>
                  <a:pt x="10412640" y="4032084"/>
                </a:cubicBezTo>
                <a:cubicBezTo>
                  <a:pt x="10412640" y="4066628"/>
                  <a:pt x="10409795" y="4093755"/>
                  <a:pt x="10404106" y="4113466"/>
                </a:cubicBezTo>
                <a:cubicBezTo>
                  <a:pt x="10398416" y="4133176"/>
                  <a:pt x="10390187" y="4146994"/>
                  <a:pt x="10379416" y="4154919"/>
                </a:cubicBezTo>
                <a:cubicBezTo>
                  <a:pt x="10368647" y="4162843"/>
                  <a:pt x="10354525" y="4166806"/>
                  <a:pt x="10337049" y="4166806"/>
                </a:cubicBezTo>
                <a:lnTo>
                  <a:pt x="10313884" y="4166806"/>
                </a:lnTo>
                <a:close/>
                <a:moveTo>
                  <a:pt x="8218385" y="3900411"/>
                </a:moveTo>
                <a:lnTo>
                  <a:pt x="8242159" y="3900411"/>
                </a:lnTo>
                <a:cubicBezTo>
                  <a:pt x="8258821" y="3900411"/>
                  <a:pt x="8272537" y="3904068"/>
                  <a:pt x="8283307" y="3911383"/>
                </a:cubicBezTo>
                <a:cubicBezTo>
                  <a:pt x="8294077" y="3918699"/>
                  <a:pt x="8302408" y="3932008"/>
                  <a:pt x="8308301" y="3951312"/>
                </a:cubicBezTo>
                <a:cubicBezTo>
                  <a:pt x="8314194" y="3970616"/>
                  <a:pt x="8317140" y="3997540"/>
                  <a:pt x="8317140" y="4032084"/>
                </a:cubicBezTo>
                <a:cubicBezTo>
                  <a:pt x="8317140" y="4066628"/>
                  <a:pt x="8314295" y="4093755"/>
                  <a:pt x="8308605" y="4113466"/>
                </a:cubicBezTo>
                <a:cubicBezTo>
                  <a:pt x="8302916" y="4133176"/>
                  <a:pt x="8294686" y="4146994"/>
                  <a:pt x="8283917" y="4154919"/>
                </a:cubicBezTo>
                <a:cubicBezTo>
                  <a:pt x="8273147" y="4162843"/>
                  <a:pt x="8259025" y="4166806"/>
                  <a:pt x="8241549" y="4166806"/>
                </a:cubicBezTo>
                <a:lnTo>
                  <a:pt x="8218385" y="4166806"/>
                </a:lnTo>
                <a:close/>
                <a:moveTo>
                  <a:pt x="9021532" y="3838841"/>
                </a:moveTo>
                <a:lnTo>
                  <a:pt x="8915462" y="3851643"/>
                </a:lnTo>
                <a:lnTo>
                  <a:pt x="8915462" y="3920527"/>
                </a:lnTo>
                <a:lnTo>
                  <a:pt x="8880105" y="3920527"/>
                </a:lnTo>
                <a:lnTo>
                  <a:pt x="8880105" y="3993679"/>
                </a:lnTo>
                <a:lnTo>
                  <a:pt x="8915462" y="3993679"/>
                </a:lnTo>
                <a:lnTo>
                  <a:pt x="8915462" y="4143031"/>
                </a:lnTo>
                <a:cubicBezTo>
                  <a:pt x="8915462" y="4179201"/>
                  <a:pt x="8924199" y="4207141"/>
                  <a:pt x="8941675" y="4226851"/>
                </a:cubicBezTo>
                <a:cubicBezTo>
                  <a:pt x="8959150" y="4246562"/>
                  <a:pt x="8985769" y="4256417"/>
                  <a:pt x="9021532" y="4256417"/>
                </a:cubicBezTo>
                <a:cubicBezTo>
                  <a:pt x="9036976" y="4256417"/>
                  <a:pt x="9052317" y="4254182"/>
                  <a:pt x="9067557" y="4249711"/>
                </a:cubicBezTo>
                <a:cubicBezTo>
                  <a:pt x="9082797" y="4245241"/>
                  <a:pt x="9096107" y="4238739"/>
                  <a:pt x="9107486" y="4230204"/>
                </a:cubicBezTo>
                <a:lnTo>
                  <a:pt x="9073348" y="4164977"/>
                </a:lnTo>
                <a:cubicBezTo>
                  <a:pt x="9063188" y="4170260"/>
                  <a:pt x="9053841" y="4172902"/>
                  <a:pt x="9045307" y="4172902"/>
                </a:cubicBezTo>
                <a:cubicBezTo>
                  <a:pt x="9029457" y="4172902"/>
                  <a:pt x="9021532" y="4162539"/>
                  <a:pt x="9021532" y="4141812"/>
                </a:cubicBezTo>
                <a:lnTo>
                  <a:pt x="9021532" y="3993679"/>
                </a:lnTo>
                <a:lnTo>
                  <a:pt x="9077006" y="3993679"/>
                </a:lnTo>
                <a:lnTo>
                  <a:pt x="9087369" y="3920527"/>
                </a:lnTo>
                <a:lnTo>
                  <a:pt x="9021532" y="3920527"/>
                </a:lnTo>
                <a:close/>
                <a:moveTo>
                  <a:pt x="3792309" y="3838841"/>
                </a:moveTo>
                <a:lnTo>
                  <a:pt x="3686238" y="3851643"/>
                </a:lnTo>
                <a:lnTo>
                  <a:pt x="3686238" y="3920527"/>
                </a:lnTo>
                <a:lnTo>
                  <a:pt x="3650882" y="3920527"/>
                </a:lnTo>
                <a:lnTo>
                  <a:pt x="3650882" y="3993679"/>
                </a:lnTo>
                <a:lnTo>
                  <a:pt x="3686238" y="3993679"/>
                </a:lnTo>
                <a:lnTo>
                  <a:pt x="3686238" y="4143031"/>
                </a:lnTo>
                <a:cubicBezTo>
                  <a:pt x="3686238" y="4179201"/>
                  <a:pt x="3694976" y="4207141"/>
                  <a:pt x="3712451" y="4226851"/>
                </a:cubicBezTo>
                <a:cubicBezTo>
                  <a:pt x="3729927" y="4246562"/>
                  <a:pt x="3756546" y="4256417"/>
                  <a:pt x="3792309" y="4256417"/>
                </a:cubicBezTo>
                <a:cubicBezTo>
                  <a:pt x="3807752" y="4256417"/>
                  <a:pt x="3823094" y="4254182"/>
                  <a:pt x="3838333" y="4249711"/>
                </a:cubicBezTo>
                <a:cubicBezTo>
                  <a:pt x="3853574" y="4245241"/>
                  <a:pt x="3866884" y="4238739"/>
                  <a:pt x="3878262" y="4230204"/>
                </a:cubicBezTo>
                <a:lnTo>
                  <a:pt x="3844125" y="4164977"/>
                </a:lnTo>
                <a:cubicBezTo>
                  <a:pt x="3833965" y="4170260"/>
                  <a:pt x="3824618" y="4172902"/>
                  <a:pt x="3816083" y="4172902"/>
                </a:cubicBezTo>
                <a:cubicBezTo>
                  <a:pt x="3800234" y="4172902"/>
                  <a:pt x="3792309" y="4162539"/>
                  <a:pt x="3792309" y="4141812"/>
                </a:cubicBezTo>
                <a:lnTo>
                  <a:pt x="3792309" y="3993679"/>
                </a:lnTo>
                <a:lnTo>
                  <a:pt x="3847783" y="3993679"/>
                </a:lnTo>
                <a:lnTo>
                  <a:pt x="3858145" y="3920527"/>
                </a:lnTo>
                <a:lnTo>
                  <a:pt x="3792309" y="3920527"/>
                </a:lnTo>
                <a:close/>
                <a:moveTo>
                  <a:pt x="10565497" y="3821772"/>
                </a:moveTo>
                <a:lnTo>
                  <a:pt x="10565497" y="4245444"/>
                </a:lnTo>
                <a:lnTo>
                  <a:pt x="10675834" y="4245444"/>
                </a:lnTo>
                <a:lnTo>
                  <a:pt x="10675834" y="4082071"/>
                </a:lnTo>
                <a:lnTo>
                  <a:pt x="10780077" y="4082071"/>
                </a:lnTo>
                <a:lnTo>
                  <a:pt x="10780077" y="4004043"/>
                </a:lnTo>
                <a:lnTo>
                  <a:pt x="10675834" y="4004043"/>
                </a:lnTo>
                <a:lnTo>
                  <a:pt x="10675834" y="3899801"/>
                </a:lnTo>
                <a:lnTo>
                  <a:pt x="10794706" y="3899801"/>
                </a:lnTo>
                <a:lnTo>
                  <a:pt x="10805680" y="3821772"/>
                </a:lnTo>
                <a:close/>
                <a:moveTo>
                  <a:pt x="10203547" y="3821772"/>
                </a:moveTo>
                <a:lnTo>
                  <a:pt x="10203547" y="4245444"/>
                </a:lnTo>
                <a:lnTo>
                  <a:pt x="10330344" y="4245444"/>
                </a:lnTo>
                <a:cubicBezTo>
                  <a:pt x="10390084" y="4245444"/>
                  <a:pt x="10437634" y="4229595"/>
                  <a:pt x="10472990" y="4197895"/>
                </a:cubicBezTo>
                <a:cubicBezTo>
                  <a:pt x="10508347" y="4166196"/>
                  <a:pt x="10526026" y="4110926"/>
                  <a:pt x="10526026" y="4032084"/>
                </a:cubicBezTo>
                <a:cubicBezTo>
                  <a:pt x="10526026" y="3976001"/>
                  <a:pt x="10516881" y="3932516"/>
                  <a:pt x="10498594" y="3901630"/>
                </a:cubicBezTo>
                <a:cubicBezTo>
                  <a:pt x="10480306" y="3870743"/>
                  <a:pt x="10456531" y="3849712"/>
                  <a:pt x="10427270" y="3838536"/>
                </a:cubicBezTo>
                <a:cubicBezTo>
                  <a:pt x="10398009" y="3827360"/>
                  <a:pt x="10363465" y="3821772"/>
                  <a:pt x="10323638" y="3821772"/>
                </a:cubicBezTo>
                <a:close/>
                <a:moveTo>
                  <a:pt x="10041622" y="3821772"/>
                </a:moveTo>
                <a:lnTo>
                  <a:pt x="10041622" y="4245444"/>
                </a:lnTo>
                <a:lnTo>
                  <a:pt x="10151960" y="4245444"/>
                </a:lnTo>
                <a:lnTo>
                  <a:pt x="10151960" y="3821772"/>
                </a:lnTo>
                <a:close/>
                <a:moveTo>
                  <a:pt x="9546322" y="3821772"/>
                </a:moveTo>
                <a:lnTo>
                  <a:pt x="9546322" y="4245444"/>
                </a:lnTo>
                <a:lnTo>
                  <a:pt x="9656659" y="4245444"/>
                </a:lnTo>
                <a:lnTo>
                  <a:pt x="9656659" y="4082071"/>
                </a:lnTo>
                <a:lnTo>
                  <a:pt x="9760901" y="4082071"/>
                </a:lnTo>
                <a:lnTo>
                  <a:pt x="9760901" y="4004043"/>
                </a:lnTo>
                <a:lnTo>
                  <a:pt x="9656659" y="4004043"/>
                </a:lnTo>
                <a:lnTo>
                  <a:pt x="9656659" y="3899801"/>
                </a:lnTo>
                <a:lnTo>
                  <a:pt x="9775531" y="3899801"/>
                </a:lnTo>
                <a:lnTo>
                  <a:pt x="9786504" y="3821772"/>
                </a:lnTo>
                <a:close/>
                <a:moveTo>
                  <a:pt x="9217138" y="3821772"/>
                </a:moveTo>
                <a:lnTo>
                  <a:pt x="9217138" y="3905287"/>
                </a:lnTo>
                <a:lnTo>
                  <a:pt x="9310407" y="3905287"/>
                </a:lnTo>
                <a:lnTo>
                  <a:pt x="9310407" y="4245444"/>
                </a:lnTo>
                <a:lnTo>
                  <a:pt x="9420744" y="4245444"/>
                </a:lnTo>
                <a:lnTo>
                  <a:pt x="9420744" y="3905287"/>
                </a:lnTo>
                <a:lnTo>
                  <a:pt x="9507917" y="3905287"/>
                </a:lnTo>
                <a:lnTo>
                  <a:pt x="9519500" y="3821772"/>
                </a:lnTo>
                <a:close/>
                <a:moveTo>
                  <a:pt x="8108047" y="3821772"/>
                </a:moveTo>
                <a:lnTo>
                  <a:pt x="8108047" y="4245444"/>
                </a:lnTo>
                <a:lnTo>
                  <a:pt x="8234844" y="4245444"/>
                </a:lnTo>
                <a:cubicBezTo>
                  <a:pt x="8294585" y="4245444"/>
                  <a:pt x="8342133" y="4229595"/>
                  <a:pt x="8377491" y="4197895"/>
                </a:cubicBezTo>
                <a:cubicBezTo>
                  <a:pt x="8412847" y="4166196"/>
                  <a:pt x="8430526" y="4110926"/>
                  <a:pt x="8430526" y="4032084"/>
                </a:cubicBezTo>
                <a:cubicBezTo>
                  <a:pt x="8430526" y="3976001"/>
                  <a:pt x="8421381" y="3932516"/>
                  <a:pt x="8403094" y="3901630"/>
                </a:cubicBezTo>
                <a:cubicBezTo>
                  <a:pt x="8384805" y="3870743"/>
                  <a:pt x="8361031" y="3849712"/>
                  <a:pt x="8331770" y="3838536"/>
                </a:cubicBezTo>
                <a:cubicBezTo>
                  <a:pt x="8302510" y="3827360"/>
                  <a:pt x="8267965" y="3821772"/>
                  <a:pt x="8228138" y="3821772"/>
                </a:cubicBezTo>
                <a:close/>
                <a:moveTo>
                  <a:pt x="7746402" y="3821772"/>
                </a:moveTo>
                <a:lnTo>
                  <a:pt x="7850034" y="4245444"/>
                </a:lnTo>
                <a:lnTo>
                  <a:pt x="7992070" y="4245444"/>
                </a:lnTo>
                <a:lnTo>
                  <a:pt x="8089606" y="3821772"/>
                </a:lnTo>
                <a:lnTo>
                  <a:pt x="7979879" y="3821772"/>
                </a:lnTo>
                <a:lnTo>
                  <a:pt x="7922576" y="4163758"/>
                </a:lnTo>
                <a:lnTo>
                  <a:pt x="7859787" y="3821772"/>
                </a:lnTo>
                <a:close/>
                <a:moveTo>
                  <a:pt x="6841222" y="3821772"/>
                </a:moveTo>
                <a:lnTo>
                  <a:pt x="6841222" y="4245444"/>
                </a:lnTo>
                <a:lnTo>
                  <a:pt x="6936320" y="4245444"/>
                </a:lnTo>
                <a:lnTo>
                  <a:pt x="6936320" y="4099750"/>
                </a:lnTo>
                <a:cubicBezTo>
                  <a:pt x="6936320" y="4065612"/>
                  <a:pt x="6935202" y="4036555"/>
                  <a:pt x="6932967" y="4012577"/>
                </a:cubicBezTo>
                <a:cubicBezTo>
                  <a:pt x="6930731" y="3988599"/>
                  <a:pt x="6927176" y="3958526"/>
                  <a:pt x="6922299" y="3922356"/>
                </a:cubicBezTo>
                <a:lnTo>
                  <a:pt x="7012520" y="4245444"/>
                </a:lnTo>
                <a:lnTo>
                  <a:pt x="7149070" y="4245444"/>
                </a:lnTo>
                <a:lnTo>
                  <a:pt x="7149070" y="3821772"/>
                </a:lnTo>
                <a:lnTo>
                  <a:pt x="7053363" y="3821772"/>
                </a:lnTo>
                <a:lnTo>
                  <a:pt x="7053363" y="3979049"/>
                </a:lnTo>
                <a:cubicBezTo>
                  <a:pt x="7053363" y="4010748"/>
                  <a:pt x="7054684" y="4039095"/>
                  <a:pt x="7057325" y="4064088"/>
                </a:cubicBezTo>
                <a:cubicBezTo>
                  <a:pt x="7059967" y="4089082"/>
                  <a:pt x="7063523" y="4116412"/>
                  <a:pt x="7067993" y="4146079"/>
                </a:cubicBezTo>
                <a:lnTo>
                  <a:pt x="6975943" y="3821772"/>
                </a:lnTo>
                <a:close/>
                <a:moveTo>
                  <a:pt x="6479272" y="3821772"/>
                </a:moveTo>
                <a:lnTo>
                  <a:pt x="6479272" y="4245444"/>
                </a:lnTo>
                <a:lnTo>
                  <a:pt x="6574370" y="4245444"/>
                </a:lnTo>
                <a:lnTo>
                  <a:pt x="6574370" y="4099750"/>
                </a:lnTo>
                <a:cubicBezTo>
                  <a:pt x="6574370" y="4065612"/>
                  <a:pt x="6573252" y="4036555"/>
                  <a:pt x="6571017" y="4012577"/>
                </a:cubicBezTo>
                <a:cubicBezTo>
                  <a:pt x="6568781" y="3988599"/>
                  <a:pt x="6565226" y="3958526"/>
                  <a:pt x="6560349" y="3922356"/>
                </a:cubicBezTo>
                <a:lnTo>
                  <a:pt x="6650570" y="4245444"/>
                </a:lnTo>
                <a:lnTo>
                  <a:pt x="6787120" y="4245444"/>
                </a:lnTo>
                <a:lnTo>
                  <a:pt x="6787120" y="3821772"/>
                </a:lnTo>
                <a:lnTo>
                  <a:pt x="6691413" y="3821772"/>
                </a:lnTo>
                <a:lnTo>
                  <a:pt x="6691413" y="3979049"/>
                </a:lnTo>
                <a:cubicBezTo>
                  <a:pt x="6691413" y="4010748"/>
                  <a:pt x="6692734" y="4039095"/>
                  <a:pt x="6695375" y="4064088"/>
                </a:cubicBezTo>
                <a:cubicBezTo>
                  <a:pt x="6698017" y="4089082"/>
                  <a:pt x="6701573" y="4116412"/>
                  <a:pt x="6706043" y="4146079"/>
                </a:cubicBezTo>
                <a:lnTo>
                  <a:pt x="6613993" y="3821772"/>
                </a:lnTo>
                <a:close/>
                <a:moveTo>
                  <a:pt x="6341655" y="3821772"/>
                </a:moveTo>
                <a:lnTo>
                  <a:pt x="6230708" y="4019892"/>
                </a:lnTo>
                <a:lnTo>
                  <a:pt x="6339826" y="4245444"/>
                </a:lnTo>
                <a:lnTo>
                  <a:pt x="6462356" y="4245444"/>
                </a:lnTo>
                <a:lnTo>
                  <a:pt x="6341655" y="4011358"/>
                </a:lnTo>
                <a:lnTo>
                  <a:pt x="6452602" y="3821772"/>
                </a:lnTo>
                <a:close/>
                <a:moveTo>
                  <a:pt x="6117322" y="3821772"/>
                </a:moveTo>
                <a:lnTo>
                  <a:pt x="6117322" y="4245444"/>
                </a:lnTo>
                <a:lnTo>
                  <a:pt x="6227660" y="4245444"/>
                </a:lnTo>
                <a:lnTo>
                  <a:pt x="6227660" y="3821772"/>
                </a:lnTo>
                <a:close/>
                <a:moveTo>
                  <a:pt x="1735823" y="3821772"/>
                </a:moveTo>
                <a:lnTo>
                  <a:pt x="1735823" y="4245444"/>
                </a:lnTo>
                <a:lnTo>
                  <a:pt x="1981492" y="4245444"/>
                </a:lnTo>
                <a:lnTo>
                  <a:pt x="1981492" y="4166806"/>
                </a:lnTo>
                <a:lnTo>
                  <a:pt x="1846160" y="4166806"/>
                </a:lnTo>
                <a:lnTo>
                  <a:pt x="1846160" y="4068660"/>
                </a:lnTo>
                <a:lnTo>
                  <a:pt x="1957717" y="4068660"/>
                </a:lnTo>
                <a:lnTo>
                  <a:pt x="1957717" y="3992460"/>
                </a:lnTo>
                <a:lnTo>
                  <a:pt x="1846160" y="3992460"/>
                </a:lnTo>
                <a:lnTo>
                  <a:pt x="1846160" y="3899801"/>
                </a:lnTo>
                <a:lnTo>
                  <a:pt x="1972957" y="3899801"/>
                </a:lnTo>
                <a:lnTo>
                  <a:pt x="1984540" y="3821772"/>
                </a:lnTo>
                <a:close/>
                <a:moveTo>
                  <a:pt x="624827" y="3821772"/>
                </a:moveTo>
                <a:lnTo>
                  <a:pt x="624827" y="4112551"/>
                </a:lnTo>
                <a:cubicBezTo>
                  <a:pt x="624827" y="4156443"/>
                  <a:pt x="638136" y="4191393"/>
                  <a:pt x="664756" y="4217403"/>
                </a:cubicBezTo>
                <a:cubicBezTo>
                  <a:pt x="691375" y="4243412"/>
                  <a:pt x="730491" y="4256417"/>
                  <a:pt x="782104" y="4256417"/>
                </a:cubicBezTo>
                <a:cubicBezTo>
                  <a:pt x="816648" y="4256417"/>
                  <a:pt x="845705" y="4250118"/>
                  <a:pt x="869276" y="4237519"/>
                </a:cubicBezTo>
                <a:cubicBezTo>
                  <a:pt x="892848" y="4224921"/>
                  <a:pt x="910424" y="4207852"/>
                  <a:pt x="922007" y="4186313"/>
                </a:cubicBezTo>
                <a:cubicBezTo>
                  <a:pt x="933589" y="4164774"/>
                  <a:pt x="939381" y="4140187"/>
                  <a:pt x="939381" y="4112551"/>
                </a:cubicBezTo>
                <a:lnTo>
                  <a:pt x="939381" y="3821772"/>
                </a:lnTo>
                <a:lnTo>
                  <a:pt x="829043" y="3821772"/>
                </a:lnTo>
                <a:lnTo>
                  <a:pt x="829043" y="4108894"/>
                </a:lnTo>
                <a:cubicBezTo>
                  <a:pt x="829043" y="4131652"/>
                  <a:pt x="825385" y="4148518"/>
                  <a:pt x="818070" y="4159491"/>
                </a:cubicBezTo>
                <a:cubicBezTo>
                  <a:pt x="810755" y="4170463"/>
                  <a:pt x="798766" y="4175950"/>
                  <a:pt x="782104" y="4175950"/>
                </a:cubicBezTo>
                <a:cubicBezTo>
                  <a:pt x="765441" y="4175950"/>
                  <a:pt x="753452" y="4170565"/>
                  <a:pt x="746137" y="4159795"/>
                </a:cubicBezTo>
                <a:cubicBezTo>
                  <a:pt x="738822" y="4149026"/>
                  <a:pt x="735164" y="4132059"/>
                  <a:pt x="735164" y="4108894"/>
                </a:cubicBezTo>
                <a:lnTo>
                  <a:pt x="735164" y="3821772"/>
                </a:lnTo>
                <a:close/>
                <a:moveTo>
                  <a:pt x="7595678" y="3810799"/>
                </a:moveTo>
                <a:cubicBezTo>
                  <a:pt x="7568043" y="3810799"/>
                  <a:pt x="7543050" y="3815981"/>
                  <a:pt x="7520697" y="3826344"/>
                </a:cubicBezTo>
                <a:cubicBezTo>
                  <a:pt x="7498345" y="3836707"/>
                  <a:pt x="7480768" y="3851439"/>
                  <a:pt x="7467967" y="3870540"/>
                </a:cubicBezTo>
                <a:cubicBezTo>
                  <a:pt x="7455165" y="3889641"/>
                  <a:pt x="7448765" y="3911790"/>
                  <a:pt x="7448765" y="3936987"/>
                </a:cubicBezTo>
                <a:cubicBezTo>
                  <a:pt x="7448765" y="3967873"/>
                  <a:pt x="7457705" y="3993476"/>
                  <a:pt x="7475587" y="4013796"/>
                </a:cubicBezTo>
                <a:cubicBezTo>
                  <a:pt x="7493468" y="4034116"/>
                  <a:pt x="7524152" y="4052607"/>
                  <a:pt x="7567636" y="4069270"/>
                </a:cubicBezTo>
                <a:cubicBezTo>
                  <a:pt x="7591614" y="4078211"/>
                  <a:pt x="7608073" y="4086948"/>
                  <a:pt x="7617014" y="4095483"/>
                </a:cubicBezTo>
                <a:cubicBezTo>
                  <a:pt x="7625955" y="4104017"/>
                  <a:pt x="7630426" y="4115396"/>
                  <a:pt x="7630426" y="4129620"/>
                </a:cubicBezTo>
                <a:cubicBezTo>
                  <a:pt x="7630426" y="4143844"/>
                  <a:pt x="7626056" y="4155223"/>
                  <a:pt x="7617319" y="4163758"/>
                </a:cubicBezTo>
                <a:cubicBezTo>
                  <a:pt x="7608582" y="4172292"/>
                  <a:pt x="7595678" y="4176559"/>
                  <a:pt x="7578610" y="4176559"/>
                </a:cubicBezTo>
                <a:cubicBezTo>
                  <a:pt x="7561947" y="4176559"/>
                  <a:pt x="7546199" y="4173105"/>
                  <a:pt x="7531365" y="4166196"/>
                </a:cubicBezTo>
                <a:cubicBezTo>
                  <a:pt x="7516532" y="4159287"/>
                  <a:pt x="7501393" y="4149331"/>
                  <a:pt x="7485950" y="4136326"/>
                </a:cubicBezTo>
                <a:lnTo>
                  <a:pt x="7432915" y="4194847"/>
                </a:lnTo>
                <a:cubicBezTo>
                  <a:pt x="7472336" y="4235894"/>
                  <a:pt x="7523136" y="4256417"/>
                  <a:pt x="7585315" y="4256417"/>
                </a:cubicBezTo>
                <a:cubicBezTo>
                  <a:pt x="7618233" y="4256417"/>
                  <a:pt x="7646682" y="4250727"/>
                  <a:pt x="7670659" y="4239348"/>
                </a:cubicBezTo>
                <a:cubicBezTo>
                  <a:pt x="7694636" y="4227969"/>
                  <a:pt x="7713026" y="4212018"/>
                  <a:pt x="7725828" y="4191495"/>
                </a:cubicBezTo>
                <a:cubicBezTo>
                  <a:pt x="7738629" y="4170971"/>
                  <a:pt x="7745030" y="4147299"/>
                  <a:pt x="7745030" y="4120476"/>
                </a:cubicBezTo>
                <a:cubicBezTo>
                  <a:pt x="7745030" y="4095686"/>
                  <a:pt x="7740865" y="4074858"/>
                  <a:pt x="7732533" y="4057992"/>
                </a:cubicBezTo>
                <a:cubicBezTo>
                  <a:pt x="7724202" y="4041127"/>
                  <a:pt x="7712010" y="4027004"/>
                  <a:pt x="7695958" y="4015625"/>
                </a:cubicBezTo>
                <a:cubicBezTo>
                  <a:pt x="7679905" y="4004246"/>
                  <a:pt x="7658670" y="3993273"/>
                  <a:pt x="7632254" y="3982707"/>
                </a:cubicBezTo>
                <a:cubicBezTo>
                  <a:pt x="7613153" y="3975391"/>
                  <a:pt x="7598726" y="3969194"/>
                  <a:pt x="7588972" y="3964114"/>
                </a:cubicBezTo>
                <a:cubicBezTo>
                  <a:pt x="7579219" y="3959034"/>
                  <a:pt x="7572311" y="3953751"/>
                  <a:pt x="7568246" y="3948264"/>
                </a:cubicBezTo>
                <a:cubicBezTo>
                  <a:pt x="7564182" y="3942778"/>
                  <a:pt x="7562150" y="3935971"/>
                  <a:pt x="7562150" y="3927843"/>
                </a:cubicBezTo>
                <a:cubicBezTo>
                  <a:pt x="7562150" y="3916057"/>
                  <a:pt x="7566011" y="3906811"/>
                  <a:pt x="7573733" y="3900106"/>
                </a:cubicBezTo>
                <a:cubicBezTo>
                  <a:pt x="7581454" y="3893400"/>
                  <a:pt x="7592630" y="3890047"/>
                  <a:pt x="7607261" y="3890047"/>
                </a:cubicBezTo>
                <a:cubicBezTo>
                  <a:pt x="7634489" y="3890047"/>
                  <a:pt x="7661109" y="3901427"/>
                  <a:pt x="7687118" y="3924185"/>
                </a:cubicBezTo>
                <a:lnTo>
                  <a:pt x="7735277" y="3866883"/>
                </a:lnTo>
                <a:cubicBezTo>
                  <a:pt x="7717395" y="3848188"/>
                  <a:pt x="7697075" y="3834167"/>
                  <a:pt x="7674317" y="3824820"/>
                </a:cubicBezTo>
                <a:cubicBezTo>
                  <a:pt x="7651559" y="3815473"/>
                  <a:pt x="7625346" y="3810799"/>
                  <a:pt x="7595678" y="3810799"/>
                </a:cubicBezTo>
                <a:close/>
                <a:moveTo>
                  <a:pt x="2752026" y="3781539"/>
                </a:moveTo>
                <a:lnTo>
                  <a:pt x="2645956" y="3792511"/>
                </a:lnTo>
                <a:lnTo>
                  <a:pt x="2645956" y="4161929"/>
                </a:lnTo>
                <a:cubicBezTo>
                  <a:pt x="2645956" y="4191596"/>
                  <a:pt x="2653881" y="4214761"/>
                  <a:pt x="2669730" y="4231423"/>
                </a:cubicBezTo>
                <a:cubicBezTo>
                  <a:pt x="2685580" y="4248086"/>
                  <a:pt x="2708135" y="4256417"/>
                  <a:pt x="2737396" y="4256417"/>
                </a:cubicBezTo>
                <a:cubicBezTo>
                  <a:pt x="2760154" y="4256417"/>
                  <a:pt x="2779661" y="4252759"/>
                  <a:pt x="2795918" y="4245444"/>
                </a:cubicBezTo>
                <a:lnTo>
                  <a:pt x="2777020" y="4171073"/>
                </a:lnTo>
                <a:cubicBezTo>
                  <a:pt x="2774175" y="4172292"/>
                  <a:pt x="2770314" y="4172902"/>
                  <a:pt x="2765438" y="4172902"/>
                </a:cubicBezTo>
                <a:cubicBezTo>
                  <a:pt x="2756496" y="4172902"/>
                  <a:pt x="2752026" y="4167822"/>
                  <a:pt x="2752026" y="4157662"/>
                </a:cubicBezTo>
                <a:close/>
                <a:moveTo>
                  <a:pt x="3949814" y="3746791"/>
                </a:moveTo>
                <a:cubicBezTo>
                  <a:pt x="3932339" y="3746791"/>
                  <a:pt x="3918014" y="3752379"/>
                  <a:pt x="3906838" y="3763555"/>
                </a:cubicBezTo>
                <a:cubicBezTo>
                  <a:pt x="3895661" y="3774731"/>
                  <a:pt x="3890073" y="3788651"/>
                  <a:pt x="3890073" y="3805313"/>
                </a:cubicBezTo>
                <a:cubicBezTo>
                  <a:pt x="3890073" y="3822382"/>
                  <a:pt x="3895661" y="3836403"/>
                  <a:pt x="3906838" y="3847375"/>
                </a:cubicBezTo>
                <a:cubicBezTo>
                  <a:pt x="3918014" y="3858348"/>
                  <a:pt x="3932339" y="3863835"/>
                  <a:pt x="3949814" y="3863835"/>
                </a:cubicBezTo>
                <a:cubicBezTo>
                  <a:pt x="3967289" y="3863835"/>
                  <a:pt x="3981615" y="3858348"/>
                  <a:pt x="3992791" y="3847375"/>
                </a:cubicBezTo>
                <a:cubicBezTo>
                  <a:pt x="4003967" y="3836403"/>
                  <a:pt x="4009555" y="3822382"/>
                  <a:pt x="4009555" y="3805313"/>
                </a:cubicBezTo>
                <a:cubicBezTo>
                  <a:pt x="4009555" y="3788651"/>
                  <a:pt x="4003967" y="3774731"/>
                  <a:pt x="3992791" y="3763555"/>
                </a:cubicBezTo>
                <a:cubicBezTo>
                  <a:pt x="3981615" y="3752379"/>
                  <a:pt x="3967289" y="3746791"/>
                  <a:pt x="3949814" y="3746791"/>
                </a:cubicBezTo>
                <a:close/>
                <a:moveTo>
                  <a:pt x="11474944" y="3407168"/>
                </a:moveTo>
                <a:cubicBezTo>
                  <a:pt x="11458688" y="3407168"/>
                  <a:pt x="11445073" y="3412959"/>
                  <a:pt x="11434101" y="3424542"/>
                </a:cubicBezTo>
                <a:cubicBezTo>
                  <a:pt x="11423128" y="3436124"/>
                  <a:pt x="11417641" y="3449637"/>
                  <a:pt x="11417641" y="3465080"/>
                </a:cubicBezTo>
                <a:cubicBezTo>
                  <a:pt x="11417641" y="3480930"/>
                  <a:pt x="11423128" y="3494544"/>
                  <a:pt x="11434101" y="3505923"/>
                </a:cubicBezTo>
                <a:cubicBezTo>
                  <a:pt x="11445073" y="3517302"/>
                  <a:pt x="11458688" y="3522992"/>
                  <a:pt x="11474944" y="3522992"/>
                </a:cubicBezTo>
                <a:cubicBezTo>
                  <a:pt x="11491607" y="3522992"/>
                  <a:pt x="11505322" y="3517404"/>
                  <a:pt x="11516092" y="3506228"/>
                </a:cubicBezTo>
                <a:cubicBezTo>
                  <a:pt x="11526861" y="3495052"/>
                  <a:pt x="11532246" y="3481336"/>
                  <a:pt x="11532246" y="3465080"/>
                </a:cubicBezTo>
                <a:cubicBezTo>
                  <a:pt x="11532246" y="3449637"/>
                  <a:pt x="11526760" y="3436124"/>
                  <a:pt x="11515786" y="3424542"/>
                </a:cubicBezTo>
                <a:cubicBezTo>
                  <a:pt x="11504814" y="3412959"/>
                  <a:pt x="11491200" y="3407168"/>
                  <a:pt x="11474944" y="3407168"/>
                </a:cubicBezTo>
                <a:close/>
                <a:moveTo>
                  <a:pt x="6974115" y="3367544"/>
                </a:moveTo>
                <a:lnTo>
                  <a:pt x="6986307" y="3367544"/>
                </a:lnTo>
                <a:lnTo>
                  <a:pt x="6986307" y="3424237"/>
                </a:lnTo>
                <a:cubicBezTo>
                  <a:pt x="6982649" y="3431552"/>
                  <a:pt x="6977874" y="3437445"/>
                  <a:pt x="6971981" y="3441915"/>
                </a:cubicBezTo>
                <a:cubicBezTo>
                  <a:pt x="6966088" y="3446386"/>
                  <a:pt x="6959688" y="3448621"/>
                  <a:pt x="6952779" y="3448621"/>
                </a:cubicBezTo>
                <a:cubicBezTo>
                  <a:pt x="6944651" y="3448621"/>
                  <a:pt x="6938352" y="3445370"/>
                  <a:pt x="6933881" y="3438867"/>
                </a:cubicBezTo>
                <a:cubicBezTo>
                  <a:pt x="6929411" y="3432365"/>
                  <a:pt x="6927176" y="3423221"/>
                  <a:pt x="6927176" y="3411435"/>
                </a:cubicBezTo>
                <a:cubicBezTo>
                  <a:pt x="6927176" y="3396398"/>
                  <a:pt x="6930935" y="3385324"/>
                  <a:pt x="6938453" y="3378212"/>
                </a:cubicBezTo>
                <a:cubicBezTo>
                  <a:pt x="6945971" y="3371100"/>
                  <a:pt x="6957859" y="3367544"/>
                  <a:pt x="6974115" y="3367544"/>
                </a:cubicBezTo>
                <a:close/>
                <a:moveTo>
                  <a:pt x="6021615" y="3367544"/>
                </a:moveTo>
                <a:lnTo>
                  <a:pt x="6033807" y="3367544"/>
                </a:lnTo>
                <a:lnTo>
                  <a:pt x="6033807" y="3424237"/>
                </a:lnTo>
                <a:cubicBezTo>
                  <a:pt x="6030149" y="3431552"/>
                  <a:pt x="6025374" y="3437445"/>
                  <a:pt x="6019481" y="3441915"/>
                </a:cubicBezTo>
                <a:cubicBezTo>
                  <a:pt x="6013588" y="3446386"/>
                  <a:pt x="6007188" y="3448621"/>
                  <a:pt x="6000279" y="3448621"/>
                </a:cubicBezTo>
                <a:cubicBezTo>
                  <a:pt x="5992151" y="3448621"/>
                  <a:pt x="5985852" y="3445370"/>
                  <a:pt x="5981381" y="3438867"/>
                </a:cubicBezTo>
                <a:cubicBezTo>
                  <a:pt x="5976911" y="3432365"/>
                  <a:pt x="5974676" y="3423221"/>
                  <a:pt x="5974676" y="3411435"/>
                </a:cubicBezTo>
                <a:cubicBezTo>
                  <a:pt x="5974676" y="3396398"/>
                  <a:pt x="5978435" y="3385324"/>
                  <a:pt x="5985953" y="3378212"/>
                </a:cubicBezTo>
                <a:cubicBezTo>
                  <a:pt x="5993471" y="3371100"/>
                  <a:pt x="6005359" y="3367544"/>
                  <a:pt x="6021615" y="3367544"/>
                </a:cubicBezTo>
                <a:close/>
                <a:moveTo>
                  <a:pt x="7662963" y="3253549"/>
                </a:moveTo>
                <a:cubicBezTo>
                  <a:pt x="7677187" y="3253549"/>
                  <a:pt x="7687550" y="3260762"/>
                  <a:pt x="7694053" y="3275190"/>
                </a:cubicBezTo>
                <a:cubicBezTo>
                  <a:pt x="7700555" y="3289617"/>
                  <a:pt x="7703806" y="3314509"/>
                  <a:pt x="7703806" y="3349866"/>
                </a:cubicBezTo>
                <a:cubicBezTo>
                  <a:pt x="7703806" y="3384816"/>
                  <a:pt x="7700555" y="3409607"/>
                  <a:pt x="7694053" y="3424237"/>
                </a:cubicBezTo>
                <a:cubicBezTo>
                  <a:pt x="7687550" y="3438867"/>
                  <a:pt x="7677187" y="3446182"/>
                  <a:pt x="7662963" y="3446182"/>
                </a:cubicBezTo>
                <a:cubicBezTo>
                  <a:pt x="7648333" y="3446182"/>
                  <a:pt x="7637868" y="3438969"/>
                  <a:pt x="7631569" y="3424542"/>
                </a:cubicBezTo>
                <a:cubicBezTo>
                  <a:pt x="7625270" y="3410115"/>
                  <a:pt x="7622120" y="3385019"/>
                  <a:pt x="7622120" y="3349256"/>
                </a:cubicBezTo>
                <a:cubicBezTo>
                  <a:pt x="7622120" y="3314712"/>
                  <a:pt x="7625371" y="3290125"/>
                  <a:pt x="7631873" y="3275495"/>
                </a:cubicBezTo>
                <a:cubicBezTo>
                  <a:pt x="7638376" y="3260864"/>
                  <a:pt x="7648739" y="3253549"/>
                  <a:pt x="7662963" y="3253549"/>
                </a:cubicBezTo>
                <a:close/>
                <a:moveTo>
                  <a:pt x="4767364" y="3253549"/>
                </a:moveTo>
                <a:cubicBezTo>
                  <a:pt x="4781588" y="3253549"/>
                  <a:pt x="4791951" y="3260762"/>
                  <a:pt x="4798453" y="3275190"/>
                </a:cubicBezTo>
                <a:cubicBezTo>
                  <a:pt x="4804956" y="3289617"/>
                  <a:pt x="4808207" y="3314509"/>
                  <a:pt x="4808207" y="3349866"/>
                </a:cubicBezTo>
                <a:cubicBezTo>
                  <a:pt x="4808207" y="3384816"/>
                  <a:pt x="4804956" y="3409607"/>
                  <a:pt x="4798453" y="3424237"/>
                </a:cubicBezTo>
                <a:cubicBezTo>
                  <a:pt x="4791951" y="3438867"/>
                  <a:pt x="4781588" y="3446182"/>
                  <a:pt x="4767364" y="3446182"/>
                </a:cubicBezTo>
                <a:cubicBezTo>
                  <a:pt x="4752733" y="3446182"/>
                  <a:pt x="4742268" y="3438969"/>
                  <a:pt x="4735969" y="3424542"/>
                </a:cubicBezTo>
                <a:cubicBezTo>
                  <a:pt x="4729670" y="3410115"/>
                  <a:pt x="4726520" y="3385019"/>
                  <a:pt x="4726520" y="3349256"/>
                </a:cubicBezTo>
                <a:cubicBezTo>
                  <a:pt x="4726520" y="3314712"/>
                  <a:pt x="4729772" y="3290125"/>
                  <a:pt x="4736274" y="3275495"/>
                </a:cubicBezTo>
                <a:cubicBezTo>
                  <a:pt x="4742776" y="3260864"/>
                  <a:pt x="4753139" y="3253549"/>
                  <a:pt x="4767364" y="3253549"/>
                </a:cubicBezTo>
                <a:close/>
                <a:moveTo>
                  <a:pt x="8428620" y="3252939"/>
                </a:moveTo>
                <a:cubicBezTo>
                  <a:pt x="8435123" y="3252939"/>
                  <a:pt x="8441016" y="3254768"/>
                  <a:pt x="8446299" y="3258426"/>
                </a:cubicBezTo>
                <a:cubicBezTo>
                  <a:pt x="8451582" y="3262083"/>
                  <a:pt x="8457068" y="3267570"/>
                  <a:pt x="8462758" y="3274885"/>
                </a:cubicBezTo>
                <a:lnTo>
                  <a:pt x="8462758" y="3416922"/>
                </a:lnTo>
                <a:cubicBezTo>
                  <a:pt x="8451378" y="3436835"/>
                  <a:pt x="8438374" y="3446792"/>
                  <a:pt x="8423743" y="3446792"/>
                </a:cubicBezTo>
                <a:cubicBezTo>
                  <a:pt x="8411552" y="3446792"/>
                  <a:pt x="8402102" y="3439985"/>
                  <a:pt x="8395396" y="3426371"/>
                </a:cubicBezTo>
                <a:cubicBezTo>
                  <a:pt x="8388692" y="3412756"/>
                  <a:pt x="8385339" y="3387051"/>
                  <a:pt x="8385339" y="3349256"/>
                </a:cubicBezTo>
                <a:cubicBezTo>
                  <a:pt x="8385339" y="3285045"/>
                  <a:pt x="8399766" y="3252939"/>
                  <a:pt x="8428620" y="3252939"/>
                </a:cubicBezTo>
                <a:close/>
                <a:moveTo>
                  <a:pt x="6647446" y="3252939"/>
                </a:moveTo>
                <a:cubicBezTo>
                  <a:pt x="6653948" y="3252939"/>
                  <a:pt x="6659841" y="3254768"/>
                  <a:pt x="6665124" y="3258426"/>
                </a:cubicBezTo>
                <a:cubicBezTo>
                  <a:pt x="6670407" y="3262083"/>
                  <a:pt x="6675894" y="3267570"/>
                  <a:pt x="6681583" y="3274885"/>
                </a:cubicBezTo>
                <a:lnTo>
                  <a:pt x="6681583" y="3416922"/>
                </a:lnTo>
                <a:cubicBezTo>
                  <a:pt x="6670203" y="3436835"/>
                  <a:pt x="6657199" y="3446792"/>
                  <a:pt x="6642568" y="3446792"/>
                </a:cubicBezTo>
                <a:cubicBezTo>
                  <a:pt x="6630377" y="3446792"/>
                  <a:pt x="6620928" y="3439985"/>
                  <a:pt x="6614222" y="3426371"/>
                </a:cubicBezTo>
                <a:cubicBezTo>
                  <a:pt x="6607517" y="3412756"/>
                  <a:pt x="6604164" y="3387051"/>
                  <a:pt x="6604164" y="3349256"/>
                </a:cubicBezTo>
                <a:cubicBezTo>
                  <a:pt x="6604164" y="3285045"/>
                  <a:pt x="6618591" y="3252939"/>
                  <a:pt x="6647446" y="3252939"/>
                </a:cubicBezTo>
                <a:close/>
                <a:moveTo>
                  <a:pt x="3085096" y="3252939"/>
                </a:moveTo>
                <a:cubicBezTo>
                  <a:pt x="3091599" y="3252939"/>
                  <a:pt x="3097491" y="3254768"/>
                  <a:pt x="3102775" y="3258426"/>
                </a:cubicBezTo>
                <a:cubicBezTo>
                  <a:pt x="3108058" y="3262083"/>
                  <a:pt x="3113545" y="3267570"/>
                  <a:pt x="3119234" y="3274885"/>
                </a:cubicBezTo>
                <a:lnTo>
                  <a:pt x="3119234" y="3416922"/>
                </a:lnTo>
                <a:cubicBezTo>
                  <a:pt x="3107855" y="3436835"/>
                  <a:pt x="3094850" y="3446792"/>
                  <a:pt x="3080220" y="3446792"/>
                </a:cubicBezTo>
                <a:cubicBezTo>
                  <a:pt x="3068028" y="3446792"/>
                  <a:pt x="3058579" y="3439985"/>
                  <a:pt x="3051873" y="3426371"/>
                </a:cubicBezTo>
                <a:cubicBezTo>
                  <a:pt x="3045168" y="3412756"/>
                  <a:pt x="3041815" y="3387051"/>
                  <a:pt x="3041815" y="3349256"/>
                </a:cubicBezTo>
                <a:cubicBezTo>
                  <a:pt x="3041815" y="3285045"/>
                  <a:pt x="3056242" y="3252939"/>
                  <a:pt x="3085096" y="3252939"/>
                </a:cubicBezTo>
                <a:close/>
                <a:moveTo>
                  <a:pt x="10869229" y="3244405"/>
                </a:moveTo>
                <a:cubicBezTo>
                  <a:pt x="10883047" y="3244405"/>
                  <a:pt x="10892700" y="3250196"/>
                  <a:pt x="10898186" y="3261778"/>
                </a:cubicBezTo>
                <a:cubicBezTo>
                  <a:pt x="10903673" y="3273361"/>
                  <a:pt x="10906416" y="3290938"/>
                  <a:pt x="10906416" y="3314509"/>
                </a:cubicBezTo>
                <a:lnTo>
                  <a:pt x="10906416" y="3318776"/>
                </a:lnTo>
                <a:lnTo>
                  <a:pt x="10828387" y="3318776"/>
                </a:lnTo>
                <a:cubicBezTo>
                  <a:pt x="10830012" y="3290734"/>
                  <a:pt x="10834077" y="3271329"/>
                  <a:pt x="10840579" y="3260559"/>
                </a:cubicBezTo>
                <a:cubicBezTo>
                  <a:pt x="10847081" y="3249790"/>
                  <a:pt x="10856633" y="3244405"/>
                  <a:pt x="10869229" y="3244405"/>
                </a:cubicBezTo>
                <a:close/>
                <a:moveTo>
                  <a:pt x="10116755" y="3244405"/>
                </a:moveTo>
                <a:cubicBezTo>
                  <a:pt x="10130573" y="3244405"/>
                  <a:pt x="10140225" y="3250196"/>
                  <a:pt x="10145711" y="3261778"/>
                </a:cubicBezTo>
                <a:cubicBezTo>
                  <a:pt x="10151197" y="3273361"/>
                  <a:pt x="10153941" y="3290938"/>
                  <a:pt x="10153941" y="3314509"/>
                </a:cubicBezTo>
                <a:lnTo>
                  <a:pt x="10153941" y="3318776"/>
                </a:lnTo>
                <a:lnTo>
                  <a:pt x="10075912" y="3318776"/>
                </a:lnTo>
                <a:cubicBezTo>
                  <a:pt x="10077538" y="3290734"/>
                  <a:pt x="10081601" y="3271329"/>
                  <a:pt x="10088104" y="3260559"/>
                </a:cubicBezTo>
                <a:cubicBezTo>
                  <a:pt x="10094606" y="3249790"/>
                  <a:pt x="10104156" y="3244405"/>
                  <a:pt x="10116755" y="3244405"/>
                </a:cubicBezTo>
                <a:close/>
                <a:moveTo>
                  <a:pt x="9535730" y="3244405"/>
                </a:moveTo>
                <a:cubicBezTo>
                  <a:pt x="9549548" y="3244405"/>
                  <a:pt x="9559200" y="3250196"/>
                  <a:pt x="9564686" y="3261778"/>
                </a:cubicBezTo>
                <a:cubicBezTo>
                  <a:pt x="9570172" y="3273361"/>
                  <a:pt x="9572916" y="3290938"/>
                  <a:pt x="9572916" y="3314509"/>
                </a:cubicBezTo>
                <a:lnTo>
                  <a:pt x="9572916" y="3318776"/>
                </a:lnTo>
                <a:lnTo>
                  <a:pt x="9494887" y="3318776"/>
                </a:lnTo>
                <a:cubicBezTo>
                  <a:pt x="9496513" y="3290734"/>
                  <a:pt x="9500576" y="3271329"/>
                  <a:pt x="9507079" y="3260559"/>
                </a:cubicBezTo>
                <a:cubicBezTo>
                  <a:pt x="9513581" y="3249790"/>
                  <a:pt x="9523131" y="3244405"/>
                  <a:pt x="9535730" y="3244405"/>
                </a:cubicBezTo>
                <a:close/>
                <a:moveTo>
                  <a:pt x="8754680" y="3244405"/>
                </a:moveTo>
                <a:cubicBezTo>
                  <a:pt x="8768498" y="3244405"/>
                  <a:pt x="8778150" y="3250196"/>
                  <a:pt x="8783636" y="3261778"/>
                </a:cubicBezTo>
                <a:cubicBezTo>
                  <a:pt x="8789122" y="3273361"/>
                  <a:pt x="8791866" y="3290938"/>
                  <a:pt x="8791866" y="3314509"/>
                </a:cubicBezTo>
                <a:lnTo>
                  <a:pt x="8791866" y="3318776"/>
                </a:lnTo>
                <a:lnTo>
                  <a:pt x="8713836" y="3318776"/>
                </a:lnTo>
                <a:cubicBezTo>
                  <a:pt x="8715462" y="3290734"/>
                  <a:pt x="8719526" y="3271329"/>
                  <a:pt x="8726029" y="3260559"/>
                </a:cubicBezTo>
                <a:cubicBezTo>
                  <a:pt x="8732532" y="3249790"/>
                  <a:pt x="8742082" y="3244405"/>
                  <a:pt x="8754680" y="3244405"/>
                </a:cubicBezTo>
                <a:close/>
                <a:moveTo>
                  <a:pt x="4182682" y="3244405"/>
                </a:moveTo>
                <a:cubicBezTo>
                  <a:pt x="4196498" y="3244405"/>
                  <a:pt x="4206150" y="3250196"/>
                  <a:pt x="4211637" y="3261778"/>
                </a:cubicBezTo>
                <a:cubicBezTo>
                  <a:pt x="4217123" y="3273361"/>
                  <a:pt x="4219866" y="3290938"/>
                  <a:pt x="4219866" y="3314509"/>
                </a:cubicBezTo>
                <a:lnTo>
                  <a:pt x="4219866" y="3318776"/>
                </a:lnTo>
                <a:lnTo>
                  <a:pt x="4141838" y="3318776"/>
                </a:lnTo>
                <a:cubicBezTo>
                  <a:pt x="4143464" y="3290734"/>
                  <a:pt x="4147528" y="3271329"/>
                  <a:pt x="4154030" y="3260559"/>
                </a:cubicBezTo>
                <a:cubicBezTo>
                  <a:pt x="4160533" y="3249790"/>
                  <a:pt x="4170083" y="3244405"/>
                  <a:pt x="4182682" y="3244405"/>
                </a:cubicBezTo>
                <a:close/>
                <a:moveTo>
                  <a:pt x="3411156" y="3244405"/>
                </a:moveTo>
                <a:cubicBezTo>
                  <a:pt x="3424974" y="3244405"/>
                  <a:pt x="3434626" y="3250196"/>
                  <a:pt x="3440113" y="3261778"/>
                </a:cubicBezTo>
                <a:cubicBezTo>
                  <a:pt x="3445598" y="3273361"/>
                  <a:pt x="3448342" y="3290938"/>
                  <a:pt x="3448342" y="3314509"/>
                </a:cubicBezTo>
                <a:lnTo>
                  <a:pt x="3448342" y="3318776"/>
                </a:lnTo>
                <a:lnTo>
                  <a:pt x="3370313" y="3318776"/>
                </a:lnTo>
                <a:cubicBezTo>
                  <a:pt x="3371939" y="3290734"/>
                  <a:pt x="3376003" y="3271329"/>
                  <a:pt x="3382505" y="3260559"/>
                </a:cubicBezTo>
                <a:cubicBezTo>
                  <a:pt x="3389007" y="3249790"/>
                  <a:pt x="3398558" y="3244405"/>
                  <a:pt x="3411156" y="3244405"/>
                </a:cubicBezTo>
                <a:close/>
                <a:moveTo>
                  <a:pt x="2649156" y="3244405"/>
                </a:moveTo>
                <a:cubicBezTo>
                  <a:pt x="2662974" y="3244405"/>
                  <a:pt x="2672626" y="3250196"/>
                  <a:pt x="2678112" y="3261778"/>
                </a:cubicBezTo>
                <a:cubicBezTo>
                  <a:pt x="2683599" y="3273361"/>
                  <a:pt x="2686342" y="3290938"/>
                  <a:pt x="2686342" y="3314509"/>
                </a:cubicBezTo>
                <a:lnTo>
                  <a:pt x="2686342" y="3318776"/>
                </a:lnTo>
                <a:lnTo>
                  <a:pt x="2608313" y="3318776"/>
                </a:lnTo>
                <a:cubicBezTo>
                  <a:pt x="2609939" y="3290734"/>
                  <a:pt x="2614002" y="3271329"/>
                  <a:pt x="2620505" y="3260559"/>
                </a:cubicBezTo>
                <a:cubicBezTo>
                  <a:pt x="2627007" y="3249790"/>
                  <a:pt x="2636558" y="3244405"/>
                  <a:pt x="2649156" y="3244405"/>
                </a:cubicBezTo>
                <a:close/>
                <a:moveTo>
                  <a:pt x="1868106" y="3244405"/>
                </a:moveTo>
                <a:cubicBezTo>
                  <a:pt x="1881924" y="3244405"/>
                  <a:pt x="1891576" y="3250196"/>
                  <a:pt x="1897062" y="3261778"/>
                </a:cubicBezTo>
                <a:cubicBezTo>
                  <a:pt x="1902549" y="3273361"/>
                  <a:pt x="1905292" y="3290938"/>
                  <a:pt x="1905292" y="3314509"/>
                </a:cubicBezTo>
                <a:lnTo>
                  <a:pt x="1905292" y="3318776"/>
                </a:lnTo>
                <a:lnTo>
                  <a:pt x="1827263" y="3318776"/>
                </a:lnTo>
                <a:cubicBezTo>
                  <a:pt x="1828888" y="3290734"/>
                  <a:pt x="1832952" y="3271329"/>
                  <a:pt x="1839455" y="3260559"/>
                </a:cubicBezTo>
                <a:cubicBezTo>
                  <a:pt x="1845957" y="3249790"/>
                  <a:pt x="1855508" y="3244405"/>
                  <a:pt x="1868106" y="3244405"/>
                </a:cubicBezTo>
                <a:close/>
                <a:moveTo>
                  <a:pt x="11474944" y="3200514"/>
                </a:moveTo>
                <a:cubicBezTo>
                  <a:pt x="11458688" y="3200514"/>
                  <a:pt x="11445073" y="3206305"/>
                  <a:pt x="11434101" y="3217887"/>
                </a:cubicBezTo>
                <a:cubicBezTo>
                  <a:pt x="11423128" y="3229470"/>
                  <a:pt x="11417641" y="3242982"/>
                  <a:pt x="11417641" y="3258426"/>
                </a:cubicBezTo>
                <a:cubicBezTo>
                  <a:pt x="11417641" y="3274275"/>
                  <a:pt x="11423128" y="3287890"/>
                  <a:pt x="11434101" y="3299269"/>
                </a:cubicBezTo>
                <a:cubicBezTo>
                  <a:pt x="11445073" y="3310648"/>
                  <a:pt x="11458688" y="3316338"/>
                  <a:pt x="11474944" y="3316338"/>
                </a:cubicBezTo>
                <a:cubicBezTo>
                  <a:pt x="11491607" y="3316338"/>
                  <a:pt x="11505322" y="3310750"/>
                  <a:pt x="11516092" y="3299574"/>
                </a:cubicBezTo>
                <a:cubicBezTo>
                  <a:pt x="11526861" y="3288398"/>
                  <a:pt x="11532246" y="3274682"/>
                  <a:pt x="11532246" y="3258426"/>
                </a:cubicBezTo>
                <a:cubicBezTo>
                  <a:pt x="11532246" y="3242982"/>
                  <a:pt x="11526760" y="3229470"/>
                  <a:pt x="11515786" y="3217887"/>
                </a:cubicBezTo>
                <a:cubicBezTo>
                  <a:pt x="11504814" y="3206305"/>
                  <a:pt x="11491200" y="3200514"/>
                  <a:pt x="11474944" y="3200514"/>
                </a:cubicBezTo>
                <a:close/>
                <a:moveTo>
                  <a:pt x="7363878" y="3187102"/>
                </a:moveTo>
                <a:lnTo>
                  <a:pt x="7363878" y="3512019"/>
                </a:lnTo>
                <a:lnTo>
                  <a:pt x="7469948" y="3512019"/>
                </a:lnTo>
                <a:lnTo>
                  <a:pt x="7469948" y="3187102"/>
                </a:lnTo>
                <a:close/>
                <a:moveTo>
                  <a:pt x="921245" y="3187102"/>
                </a:moveTo>
                <a:lnTo>
                  <a:pt x="1004760" y="3512019"/>
                </a:lnTo>
                <a:lnTo>
                  <a:pt x="1043165" y="3512019"/>
                </a:lnTo>
                <a:cubicBezTo>
                  <a:pt x="1035037" y="3532339"/>
                  <a:pt x="1023962" y="3547274"/>
                  <a:pt x="1009941" y="3556825"/>
                </a:cubicBezTo>
                <a:cubicBezTo>
                  <a:pt x="995921" y="3566375"/>
                  <a:pt x="974890" y="3572979"/>
                  <a:pt x="946848" y="3576637"/>
                </a:cubicBezTo>
                <a:lnTo>
                  <a:pt x="957821" y="3649179"/>
                </a:lnTo>
                <a:cubicBezTo>
                  <a:pt x="1053731" y="3644302"/>
                  <a:pt x="1113675" y="3598582"/>
                  <a:pt x="1137653" y="3512019"/>
                </a:cubicBezTo>
                <a:lnTo>
                  <a:pt x="1228483" y="3187102"/>
                </a:lnTo>
                <a:lnTo>
                  <a:pt x="1121803" y="3187102"/>
                </a:lnTo>
                <a:lnTo>
                  <a:pt x="1071816" y="3445573"/>
                </a:lnTo>
                <a:lnTo>
                  <a:pt x="1030363" y="3187102"/>
                </a:lnTo>
                <a:close/>
                <a:moveTo>
                  <a:pt x="11162829" y="3176130"/>
                </a:moveTo>
                <a:cubicBezTo>
                  <a:pt x="11136412" y="3176130"/>
                  <a:pt x="11113654" y="3180600"/>
                  <a:pt x="11094553" y="3189541"/>
                </a:cubicBezTo>
                <a:cubicBezTo>
                  <a:pt x="11075452" y="3198482"/>
                  <a:pt x="11060925" y="3210775"/>
                  <a:pt x="11050967" y="3226422"/>
                </a:cubicBezTo>
                <a:cubicBezTo>
                  <a:pt x="11041010" y="3242068"/>
                  <a:pt x="11036032" y="3259645"/>
                  <a:pt x="11036032" y="3279152"/>
                </a:cubicBezTo>
                <a:cubicBezTo>
                  <a:pt x="11036032" y="3303536"/>
                  <a:pt x="11042839" y="3323754"/>
                  <a:pt x="11056453" y="3339807"/>
                </a:cubicBezTo>
                <a:cubicBezTo>
                  <a:pt x="11070068" y="3355860"/>
                  <a:pt x="11091709" y="3369170"/>
                  <a:pt x="11121376" y="3379736"/>
                </a:cubicBezTo>
                <a:cubicBezTo>
                  <a:pt x="11138039" y="3385426"/>
                  <a:pt x="11150332" y="3390303"/>
                  <a:pt x="11158257" y="3394366"/>
                </a:cubicBezTo>
                <a:cubicBezTo>
                  <a:pt x="11166181" y="3398430"/>
                  <a:pt x="11171567" y="3402596"/>
                  <a:pt x="11174411" y="3406863"/>
                </a:cubicBezTo>
                <a:cubicBezTo>
                  <a:pt x="11177255" y="3411130"/>
                  <a:pt x="11178678" y="3416718"/>
                  <a:pt x="11178678" y="3423627"/>
                </a:cubicBezTo>
                <a:cubicBezTo>
                  <a:pt x="11178678" y="3431755"/>
                  <a:pt x="11175732" y="3438054"/>
                  <a:pt x="11169839" y="3442525"/>
                </a:cubicBezTo>
                <a:cubicBezTo>
                  <a:pt x="11163946" y="3446995"/>
                  <a:pt x="11155513" y="3449230"/>
                  <a:pt x="11144541" y="3449230"/>
                </a:cubicBezTo>
                <a:cubicBezTo>
                  <a:pt x="11120970" y="3449230"/>
                  <a:pt x="11096382" y="3438867"/>
                  <a:pt x="11070779" y="3418141"/>
                </a:cubicBezTo>
                <a:lnTo>
                  <a:pt x="11021402" y="3473614"/>
                </a:lnTo>
                <a:cubicBezTo>
                  <a:pt x="11036845" y="3489058"/>
                  <a:pt x="11055640" y="3501148"/>
                  <a:pt x="11077789" y="3509886"/>
                </a:cubicBezTo>
                <a:cubicBezTo>
                  <a:pt x="11099939" y="3518623"/>
                  <a:pt x="11123814" y="3522992"/>
                  <a:pt x="11149417" y="3522992"/>
                </a:cubicBezTo>
                <a:cubicBezTo>
                  <a:pt x="11175834" y="3522992"/>
                  <a:pt x="11199506" y="3518623"/>
                  <a:pt x="11220436" y="3509886"/>
                </a:cubicBezTo>
                <a:cubicBezTo>
                  <a:pt x="11241366" y="3501148"/>
                  <a:pt x="11257621" y="3488550"/>
                  <a:pt x="11269204" y="3472090"/>
                </a:cubicBezTo>
                <a:cubicBezTo>
                  <a:pt x="11280786" y="3455631"/>
                  <a:pt x="11286577" y="3436429"/>
                  <a:pt x="11286577" y="3414483"/>
                </a:cubicBezTo>
                <a:cubicBezTo>
                  <a:pt x="11286577" y="3388067"/>
                  <a:pt x="11279567" y="3367138"/>
                  <a:pt x="11265546" y="3351695"/>
                </a:cubicBezTo>
                <a:cubicBezTo>
                  <a:pt x="11251526" y="3336251"/>
                  <a:pt x="11229884" y="3323246"/>
                  <a:pt x="11200624" y="3312680"/>
                </a:cubicBezTo>
                <a:cubicBezTo>
                  <a:pt x="11183149" y="3306584"/>
                  <a:pt x="11170245" y="3301402"/>
                  <a:pt x="11161914" y="3297135"/>
                </a:cubicBezTo>
                <a:cubicBezTo>
                  <a:pt x="11153583" y="3292868"/>
                  <a:pt x="11147995" y="3288906"/>
                  <a:pt x="11145150" y="3285248"/>
                </a:cubicBezTo>
                <a:cubicBezTo>
                  <a:pt x="11142306" y="3281590"/>
                  <a:pt x="11140883" y="3277120"/>
                  <a:pt x="11140883" y="3271837"/>
                </a:cubicBezTo>
                <a:cubicBezTo>
                  <a:pt x="11140883" y="3265334"/>
                  <a:pt x="11143422" y="3260153"/>
                  <a:pt x="11148503" y="3256292"/>
                </a:cubicBezTo>
                <a:cubicBezTo>
                  <a:pt x="11153583" y="3252431"/>
                  <a:pt x="11160797" y="3250501"/>
                  <a:pt x="11170144" y="3250501"/>
                </a:cubicBezTo>
                <a:cubicBezTo>
                  <a:pt x="11192089" y="3250501"/>
                  <a:pt x="11214644" y="3258426"/>
                  <a:pt x="11237809" y="3274275"/>
                </a:cubicBezTo>
                <a:lnTo>
                  <a:pt x="11275605" y="3216973"/>
                </a:lnTo>
                <a:cubicBezTo>
                  <a:pt x="11261787" y="3204374"/>
                  <a:pt x="11245024" y="3194418"/>
                  <a:pt x="11225312" y="3187102"/>
                </a:cubicBezTo>
                <a:cubicBezTo>
                  <a:pt x="11205602" y="3179787"/>
                  <a:pt x="11184774" y="3176130"/>
                  <a:pt x="11162829" y="3176130"/>
                </a:cubicBezTo>
                <a:close/>
                <a:moveTo>
                  <a:pt x="10868011" y="3176130"/>
                </a:moveTo>
                <a:cubicBezTo>
                  <a:pt x="10836717" y="3176130"/>
                  <a:pt x="10810200" y="3183648"/>
                  <a:pt x="10788458" y="3198685"/>
                </a:cubicBezTo>
                <a:cubicBezTo>
                  <a:pt x="10766716" y="3213722"/>
                  <a:pt x="10750358" y="3234448"/>
                  <a:pt x="10739385" y="3260864"/>
                </a:cubicBezTo>
                <a:cubicBezTo>
                  <a:pt x="10728412" y="3287280"/>
                  <a:pt x="10722926" y="3317354"/>
                  <a:pt x="10722926" y="3351085"/>
                </a:cubicBezTo>
                <a:cubicBezTo>
                  <a:pt x="10722926" y="3403917"/>
                  <a:pt x="10736134" y="3445776"/>
                  <a:pt x="10762550" y="3476662"/>
                </a:cubicBezTo>
                <a:cubicBezTo>
                  <a:pt x="10788967" y="3507549"/>
                  <a:pt x="10827574" y="3522992"/>
                  <a:pt x="10878374" y="3522992"/>
                </a:cubicBezTo>
                <a:cubicBezTo>
                  <a:pt x="10924704" y="3522992"/>
                  <a:pt x="10964938" y="3507752"/>
                  <a:pt x="10999075" y="3477272"/>
                </a:cubicBezTo>
                <a:lnTo>
                  <a:pt x="10956403" y="3419970"/>
                </a:lnTo>
                <a:cubicBezTo>
                  <a:pt x="10943397" y="3429317"/>
                  <a:pt x="10931511" y="3436124"/>
                  <a:pt x="10920741" y="3440391"/>
                </a:cubicBezTo>
                <a:cubicBezTo>
                  <a:pt x="10909972" y="3444658"/>
                  <a:pt x="10898896" y="3446792"/>
                  <a:pt x="10887518" y="3446792"/>
                </a:cubicBezTo>
                <a:cubicBezTo>
                  <a:pt x="10869636" y="3446792"/>
                  <a:pt x="10856022" y="3442118"/>
                  <a:pt x="10846675" y="3432771"/>
                </a:cubicBezTo>
                <a:cubicBezTo>
                  <a:pt x="10837327" y="3423424"/>
                  <a:pt x="10831435" y="3405949"/>
                  <a:pt x="10828996" y="3380346"/>
                </a:cubicBezTo>
                <a:lnTo>
                  <a:pt x="11008219" y="3380346"/>
                </a:lnTo>
                <a:cubicBezTo>
                  <a:pt x="11009844" y="3366528"/>
                  <a:pt x="11010657" y="3354539"/>
                  <a:pt x="11010657" y="3344379"/>
                </a:cubicBezTo>
                <a:cubicBezTo>
                  <a:pt x="11010657" y="3290328"/>
                  <a:pt x="10997855" y="3248774"/>
                  <a:pt x="10972252" y="3219716"/>
                </a:cubicBezTo>
                <a:cubicBezTo>
                  <a:pt x="10946649" y="3190658"/>
                  <a:pt x="10911902" y="3176130"/>
                  <a:pt x="10868011" y="3176130"/>
                </a:cubicBezTo>
                <a:close/>
                <a:moveTo>
                  <a:pt x="10115536" y="3176130"/>
                </a:moveTo>
                <a:cubicBezTo>
                  <a:pt x="10084243" y="3176130"/>
                  <a:pt x="10057725" y="3183648"/>
                  <a:pt x="10035983" y="3198685"/>
                </a:cubicBezTo>
                <a:cubicBezTo>
                  <a:pt x="10014240" y="3213722"/>
                  <a:pt x="9997883" y="3234448"/>
                  <a:pt x="9986910" y="3260864"/>
                </a:cubicBezTo>
                <a:cubicBezTo>
                  <a:pt x="9975937" y="3287280"/>
                  <a:pt x="9970451" y="3317354"/>
                  <a:pt x="9970451" y="3351085"/>
                </a:cubicBezTo>
                <a:cubicBezTo>
                  <a:pt x="9970451" y="3403917"/>
                  <a:pt x="9983659" y="3445776"/>
                  <a:pt x="10010075" y="3476662"/>
                </a:cubicBezTo>
                <a:cubicBezTo>
                  <a:pt x="10036491" y="3507549"/>
                  <a:pt x="10075099" y="3522992"/>
                  <a:pt x="10125899" y="3522992"/>
                </a:cubicBezTo>
                <a:cubicBezTo>
                  <a:pt x="10172228" y="3522992"/>
                  <a:pt x="10212462" y="3507752"/>
                  <a:pt x="10246600" y="3477272"/>
                </a:cubicBezTo>
                <a:lnTo>
                  <a:pt x="10203928" y="3419970"/>
                </a:lnTo>
                <a:cubicBezTo>
                  <a:pt x="10190923" y="3429317"/>
                  <a:pt x="10179036" y="3436124"/>
                  <a:pt x="10168266" y="3440391"/>
                </a:cubicBezTo>
                <a:cubicBezTo>
                  <a:pt x="10157496" y="3444658"/>
                  <a:pt x="10146422" y="3446792"/>
                  <a:pt x="10135043" y="3446792"/>
                </a:cubicBezTo>
                <a:cubicBezTo>
                  <a:pt x="10117161" y="3446792"/>
                  <a:pt x="10103547" y="3442118"/>
                  <a:pt x="10094200" y="3432771"/>
                </a:cubicBezTo>
                <a:cubicBezTo>
                  <a:pt x="10084853" y="3423424"/>
                  <a:pt x="10078960" y="3405949"/>
                  <a:pt x="10076521" y="3380346"/>
                </a:cubicBezTo>
                <a:lnTo>
                  <a:pt x="10255744" y="3380346"/>
                </a:lnTo>
                <a:cubicBezTo>
                  <a:pt x="10257370" y="3366528"/>
                  <a:pt x="10258182" y="3354539"/>
                  <a:pt x="10258182" y="3344379"/>
                </a:cubicBezTo>
                <a:cubicBezTo>
                  <a:pt x="10258182" y="3290328"/>
                  <a:pt x="10245380" y="3248774"/>
                  <a:pt x="10219777" y="3219716"/>
                </a:cubicBezTo>
                <a:cubicBezTo>
                  <a:pt x="10194174" y="3190658"/>
                  <a:pt x="10159427" y="3176130"/>
                  <a:pt x="10115536" y="3176130"/>
                </a:cubicBezTo>
                <a:close/>
                <a:moveTo>
                  <a:pt x="9856151" y="3176130"/>
                </a:moveTo>
                <a:cubicBezTo>
                  <a:pt x="9825264" y="3176130"/>
                  <a:pt x="9798341" y="3183343"/>
                  <a:pt x="9775379" y="3197770"/>
                </a:cubicBezTo>
                <a:cubicBezTo>
                  <a:pt x="9752417" y="3212198"/>
                  <a:pt x="9734739" y="3232721"/>
                  <a:pt x="9722344" y="3259340"/>
                </a:cubicBezTo>
                <a:cubicBezTo>
                  <a:pt x="9709949" y="3285959"/>
                  <a:pt x="9703751" y="3316947"/>
                  <a:pt x="9703751" y="3352304"/>
                </a:cubicBezTo>
                <a:cubicBezTo>
                  <a:pt x="9703751" y="3405949"/>
                  <a:pt x="9717365" y="3447808"/>
                  <a:pt x="9744594" y="3477882"/>
                </a:cubicBezTo>
                <a:cubicBezTo>
                  <a:pt x="9771823" y="3507955"/>
                  <a:pt x="9809619" y="3522992"/>
                  <a:pt x="9857980" y="3522992"/>
                </a:cubicBezTo>
                <a:cubicBezTo>
                  <a:pt x="9897401" y="3522992"/>
                  <a:pt x="9931741" y="3509987"/>
                  <a:pt x="9961002" y="3483978"/>
                </a:cubicBezTo>
                <a:lnTo>
                  <a:pt x="9915282" y="3421798"/>
                </a:lnTo>
                <a:cubicBezTo>
                  <a:pt x="9904716" y="3428707"/>
                  <a:pt x="9895775" y="3433686"/>
                  <a:pt x="9888460" y="3436734"/>
                </a:cubicBezTo>
                <a:cubicBezTo>
                  <a:pt x="9881144" y="3439782"/>
                  <a:pt x="9873220" y="3441306"/>
                  <a:pt x="9864686" y="3441306"/>
                </a:cubicBezTo>
                <a:cubicBezTo>
                  <a:pt x="9848429" y="3441306"/>
                  <a:pt x="9835933" y="3434803"/>
                  <a:pt x="9827195" y="3421798"/>
                </a:cubicBezTo>
                <a:cubicBezTo>
                  <a:pt x="9818458" y="3408794"/>
                  <a:pt x="9814089" y="3385426"/>
                  <a:pt x="9814089" y="3351695"/>
                </a:cubicBezTo>
                <a:cubicBezTo>
                  <a:pt x="9814089" y="3316338"/>
                  <a:pt x="9818356" y="3291547"/>
                  <a:pt x="9826890" y="3277323"/>
                </a:cubicBezTo>
                <a:cubicBezTo>
                  <a:pt x="9835425" y="3263099"/>
                  <a:pt x="9848226" y="3255987"/>
                  <a:pt x="9865295" y="3255987"/>
                </a:cubicBezTo>
                <a:cubicBezTo>
                  <a:pt x="9881957" y="3255987"/>
                  <a:pt x="9899229" y="3263099"/>
                  <a:pt x="9917111" y="3277323"/>
                </a:cubicBezTo>
                <a:lnTo>
                  <a:pt x="9961002" y="3217583"/>
                </a:lnTo>
                <a:cubicBezTo>
                  <a:pt x="9946372" y="3203765"/>
                  <a:pt x="9930522" y="3193402"/>
                  <a:pt x="9913453" y="3186493"/>
                </a:cubicBezTo>
                <a:cubicBezTo>
                  <a:pt x="9896385" y="3179584"/>
                  <a:pt x="9877284" y="3176130"/>
                  <a:pt x="9856151" y="3176130"/>
                </a:cubicBezTo>
                <a:close/>
                <a:moveTo>
                  <a:pt x="9534511" y="3176130"/>
                </a:moveTo>
                <a:cubicBezTo>
                  <a:pt x="9503218" y="3176130"/>
                  <a:pt x="9476700" y="3183648"/>
                  <a:pt x="9454958" y="3198685"/>
                </a:cubicBezTo>
                <a:cubicBezTo>
                  <a:pt x="9433215" y="3213722"/>
                  <a:pt x="9416858" y="3234448"/>
                  <a:pt x="9405885" y="3260864"/>
                </a:cubicBezTo>
                <a:cubicBezTo>
                  <a:pt x="9394912" y="3287280"/>
                  <a:pt x="9389426" y="3317354"/>
                  <a:pt x="9389426" y="3351085"/>
                </a:cubicBezTo>
                <a:cubicBezTo>
                  <a:pt x="9389426" y="3403917"/>
                  <a:pt x="9402634" y="3445776"/>
                  <a:pt x="9429050" y="3476662"/>
                </a:cubicBezTo>
                <a:cubicBezTo>
                  <a:pt x="9455466" y="3507549"/>
                  <a:pt x="9494074" y="3522992"/>
                  <a:pt x="9544874" y="3522992"/>
                </a:cubicBezTo>
                <a:cubicBezTo>
                  <a:pt x="9591203" y="3522992"/>
                  <a:pt x="9631437" y="3507752"/>
                  <a:pt x="9665575" y="3477272"/>
                </a:cubicBezTo>
                <a:lnTo>
                  <a:pt x="9622903" y="3419970"/>
                </a:lnTo>
                <a:cubicBezTo>
                  <a:pt x="9609898" y="3429317"/>
                  <a:pt x="9598011" y="3436124"/>
                  <a:pt x="9587241" y="3440391"/>
                </a:cubicBezTo>
                <a:cubicBezTo>
                  <a:pt x="9576471" y="3444658"/>
                  <a:pt x="9565397" y="3446792"/>
                  <a:pt x="9554018" y="3446792"/>
                </a:cubicBezTo>
                <a:cubicBezTo>
                  <a:pt x="9536136" y="3446792"/>
                  <a:pt x="9522522" y="3442118"/>
                  <a:pt x="9513175" y="3432771"/>
                </a:cubicBezTo>
                <a:cubicBezTo>
                  <a:pt x="9503828" y="3423424"/>
                  <a:pt x="9497935" y="3405949"/>
                  <a:pt x="9495496" y="3380346"/>
                </a:cubicBezTo>
                <a:lnTo>
                  <a:pt x="9674719" y="3380346"/>
                </a:lnTo>
                <a:cubicBezTo>
                  <a:pt x="9676345" y="3366528"/>
                  <a:pt x="9677157" y="3354539"/>
                  <a:pt x="9677157" y="3344379"/>
                </a:cubicBezTo>
                <a:cubicBezTo>
                  <a:pt x="9677157" y="3290328"/>
                  <a:pt x="9664355" y="3248774"/>
                  <a:pt x="9638752" y="3219716"/>
                </a:cubicBezTo>
                <a:cubicBezTo>
                  <a:pt x="9613149" y="3190658"/>
                  <a:pt x="9578402" y="3176130"/>
                  <a:pt x="9534511" y="3176130"/>
                </a:cubicBezTo>
                <a:close/>
                <a:moveTo>
                  <a:pt x="8753461" y="3176130"/>
                </a:moveTo>
                <a:cubicBezTo>
                  <a:pt x="8722168" y="3176130"/>
                  <a:pt x="8695650" y="3183648"/>
                  <a:pt x="8673908" y="3198685"/>
                </a:cubicBezTo>
                <a:cubicBezTo>
                  <a:pt x="8652166" y="3213722"/>
                  <a:pt x="8635808" y="3234448"/>
                  <a:pt x="8624835" y="3260864"/>
                </a:cubicBezTo>
                <a:cubicBezTo>
                  <a:pt x="8613862" y="3287280"/>
                  <a:pt x="8608376" y="3317354"/>
                  <a:pt x="8608376" y="3351085"/>
                </a:cubicBezTo>
                <a:cubicBezTo>
                  <a:pt x="8608376" y="3403917"/>
                  <a:pt x="8621584" y="3445776"/>
                  <a:pt x="8648000" y="3476662"/>
                </a:cubicBezTo>
                <a:cubicBezTo>
                  <a:pt x="8674416" y="3507549"/>
                  <a:pt x="8713024" y="3522992"/>
                  <a:pt x="8763824" y="3522992"/>
                </a:cubicBezTo>
                <a:cubicBezTo>
                  <a:pt x="8810154" y="3522992"/>
                  <a:pt x="8850387" y="3507752"/>
                  <a:pt x="8884525" y="3477272"/>
                </a:cubicBezTo>
                <a:lnTo>
                  <a:pt x="8841852" y="3419970"/>
                </a:lnTo>
                <a:cubicBezTo>
                  <a:pt x="8828848" y="3429317"/>
                  <a:pt x="8816961" y="3436124"/>
                  <a:pt x="8806192" y="3440391"/>
                </a:cubicBezTo>
                <a:cubicBezTo>
                  <a:pt x="8795421" y="3444658"/>
                  <a:pt x="8784348" y="3446792"/>
                  <a:pt x="8772968" y="3446792"/>
                </a:cubicBezTo>
                <a:cubicBezTo>
                  <a:pt x="8755086" y="3446792"/>
                  <a:pt x="8741472" y="3442118"/>
                  <a:pt x="8732125" y="3432771"/>
                </a:cubicBezTo>
                <a:cubicBezTo>
                  <a:pt x="8722778" y="3423424"/>
                  <a:pt x="8716884" y="3405949"/>
                  <a:pt x="8714446" y="3380346"/>
                </a:cubicBezTo>
                <a:lnTo>
                  <a:pt x="8893668" y="3380346"/>
                </a:lnTo>
                <a:cubicBezTo>
                  <a:pt x="8895294" y="3366528"/>
                  <a:pt x="8896108" y="3354539"/>
                  <a:pt x="8896108" y="3344379"/>
                </a:cubicBezTo>
                <a:cubicBezTo>
                  <a:pt x="8896108" y="3290328"/>
                  <a:pt x="8883306" y="3248774"/>
                  <a:pt x="8857702" y="3219716"/>
                </a:cubicBezTo>
                <a:cubicBezTo>
                  <a:pt x="8832099" y="3190658"/>
                  <a:pt x="8797352" y="3176130"/>
                  <a:pt x="8753461" y="3176130"/>
                </a:cubicBezTo>
                <a:close/>
                <a:moveTo>
                  <a:pt x="8037410" y="3176130"/>
                </a:moveTo>
                <a:cubicBezTo>
                  <a:pt x="8019528" y="3176130"/>
                  <a:pt x="8003577" y="3179991"/>
                  <a:pt x="7989556" y="3187712"/>
                </a:cubicBezTo>
                <a:cubicBezTo>
                  <a:pt x="7975535" y="3195434"/>
                  <a:pt x="7962226" y="3207219"/>
                  <a:pt x="7949627" y="3223069"/>
                </a:cubicBezTo>
                <a:lnTo>
                  <a:pt x="7942312" y="3187102"/>
                </a:lnTo>
                <a:lnTo>
                  <a:pt x="7849653" y="3187102"/>
                </a:lnTo>
                <a:lnTo>
                  <a:pt x="7849653" y="3512019"/>
                </a:lnTo>
                <a:lnTo>
                  <a:pt x="7955723" y="3512019"/>
                </a:lnTo>
                <a:lnTo>
                  <a:pt x="7955723" y="3289515"/>
                </a:lnTo>
                <a:cubicBezTo>
                  <a:pt x="7969541" y="3266757"/>
                  <a:pt x="7982343" y="3255378"/>
                  <a:pt x="7994128" y="3255378"/>
                </a:cubicBezTo>
                <a:cubicBezTo>
                  <a:pt x="7999818" y="3255378"/>
                  <a:pt x="8004187" y="3257613"/>
                  <a:pt x="8007235" y="3262083"/>
                </a:cubicBezTo>
                <a:cubicBezTo>
                  <a:pt x="8010283" y="3266554"/>
                  <a:pt x="8011806" y="3274072"/>
                  <a:pt x="8011806" y="3284638"/>
                </a:cubicBezTo>
                <a:lnTo>
                  <a:pt x="8011806" y="3512019"/>
                </a:lnTo>
                <a:lnTo>
                  <a:pt x="8117877" y="3512019"/>
                </a:lnTo>
                <a:lnTo>
                  <a:pt x="8117877" y="3270618"/>
                </a:lnTo>
                <a:cubicBezTo>
                  <a:pt x="8117877" y="3240951"/>
                  <a:pt x="8110764" y="3217786"/>
                  <a:pt x="8096541" y="3201123"/>
                </a:cubicBezTo>
                <a:cubicBezTo>
                  <a:pt x="8082317" y="3184461"/>
                  <a:pt x="8062606" y="3176130"/>
                  <a:pt x="8037410" y="3176130"/>
                </a:cubicBezTo>
                <a:close/>
                <a:moveTo>
                  <a:pt x="7662963" y="3176130"/>
                </a:moveTo>
                <a:cubicBezTo>
                  <a:pt x="7616227" y="3176130"/>
                  <a:pt x="7579550" y="3191370"/>
                  <a:pt x="7552930" y="3221850"/>
                </a:cubicBezTo>
                <a:cubicBezTo>
                  <a:pt x="7526310" y="3252330"/>
                  <a:pt x="7513001" y="3294799"/>
                  <a:pt x="7513001" y="3349256"/>
                </a:cubicBezTo>
                <a:cubicBezTo>
                  <a:pt x="7513001" y="3406152"/>
                  <a:pt x="7526209" y="3449332"/>
                  <a:pt x="7552625" y="3478796"/>
                </a:cubicBezTo>
                <a:cubicBezTo>
                  <a:pt x="7579041" y="3508260"/>
                  <a:pt x="7615821" y="3522992"/>
                  <a:pt x="7662963" y="3522992"/>
                </a:cubicBezTo>
                <a:cubicBezTo>
                  <a:pt x="7709699" y="3522992"/>
                  <a:pt x="7746376" y="3507752"/>
                  <a:pt x="7772995" y="3477272"/>
                </a:cubicBezTo>
                <a:cubicBezTo>
                  <a:pt x="7799615" y="3446792"/>
                  <a:pt x="7812924" y="3404323"/>
                  <a:pt x="7812924" y="3349866"/>
                </a:cubicBezTo>
                <a:cubicBezTo>
                  <a:pt x="7812924" y="3292970"/>
                  <a:pt x="7799615" y="3249790"/>
                  <a:pt x="7772995" y="3220326"/>
                </a:cubicBezTo>
                <a:cubicBezTo>
                  <a:pt x="7746376" y="3190862"/>
                  <a:pt x="7709699" y="3176130"/>
                  <a:pt x="7662963" y="3176130"/>
                </a:cubicBezTo>
                <a:close/>
                <a:moveTo>
                  <a:pt x="6961923" y="3176130"/>
                </a:moveTo>
                <a:cubicBezTo>
                  <a:pt x="6943228" y="3176130"/>
                  <a:pt x="6923416" y="3178263"/>
                  <a:pt x="6902487" y="3182531"/>
                </a:cubicBezTo>
                <a:cubicBezTo>
                  <a:pt x="6881557" y="3186798"/>
                  <a:pt x="6862152" y="3192995"/>
                  <a:pt x="6844270" y="3201123"/>
                </a:cubicBezTo>
                <a:lnTo>
                  <a:pt x="6867435" y="3268179"/>
                </a:lnTo>
                <a:cubicBezTo>
                  <a:pt x="6898321" y="3257207"/>
                  <a:pt x="6923518" y="3251720"/>
                  <a:pt x="6943025" y="3251720"/>
                </a:cubicBezTo>
                <a:cubicBezTo>
                  <a:pt x="6959688" y="3251720"/>
                  <a:pt x="6971067" y="3254971"/>
                  <a:pt x="6977163" y="3261474"/>
                </a:cubicBezTo>
                <a:cubicBezTo>
                  <a:pt x="6983259" y="3267976"/>
                  <a:pt x="6986307" y="3280371"/>
                  <a:pt x="6986307" y="3298659"/>
                </a:cubicBezTo>
                <a:lnTo>
                  <a:pt x="6986307" y="3310851"/>
                </a:lnTo>
                <a:lnTo>
                  <a:pt x="6964971" y="3310851"/>
                </a:lnTo>
                <a:cubicBezTo>
                  <a:pt x="6919048" y="3310851"/>
                  <a:pt x="6883996" y="3320300"/>
                  <a:pt x="6859815" y="3339198"/>
                </a:cubicBezTo>
                <a:cubicBezTo>
                  <a:pt x="6835634" y="3358095"/>
                  <a:pt x="6823543" y="3385426"/>
                  <a:pt x="6823543" y="3421189"/>
                </a:cubicBezTo>
                <a:cubicBezTo>
                  <a:pt x="6823543" y="3451669"/>
                  <a:pt x="6832281" y="3476256"/>
                  <a:pt x="6849756" y="3494950"/>
                </a:cubicBezTo>
                <a:cubicBezTo>
                  <a:pt x="6867232" y="3513645"/>
                  <a:pt x="6890600" y="3522992"/>
                  <a:pt x="6919860" y="3522992"/>
                </a:cubicBezTo>
                <a:cubicBezTo>
                  <a:pt x="6958468" y="3522992"/>
                  <a:pt x="6987933" y="3507346"/>
                  <a:pt x="7008253" y="3476053"/>
                </a:cubicBezTo>
                <a:cubicBezTo>
                  <a:pt x="7015568" y="3491090"/>
                  <a:pt x="7025423" y="3501961"/>
                  <a:pt x="7037818" y="3508666"/>
                </a:cubicBezTo>
                <a:cubicBezTo>
                  <a:pt x="7050213" y="3515372"/>
                  <a:pt x="7066368" y="3519538"/>
                  <a:pt x="7086281" y="3521163"/>
                </a:cubicBezTo>
                <a:lnTo>
                  <a:pt x="7107617" y="3452278"/>
                </a:lnTo>
                <a:cubicBezTo>
                  <a:pt x="7100709" y="3449434"/>
                  <a:pt x="7096035" y="3445573"/>
                  <a:pt x="7093596" y="3440696"/>
                </a:cubicBezTo>
                <a:cubicBezTo>
                  <a:pt x="7091158" y="3435819"/>
                  <a:pt x="7089939" y="3427895"/>
                  <a:pt x="7089939" y="3416922"/>
                </a:cubicBezTo>
                <a:lnTo>
                  <a:pt x="7089939" y="3292563"/>
                </a:lnTo>
                <a:cubicBezTo>
                  <a:pt x="7089939" y="3252736"/>
                  <a:pt x="7079576" y="3223374"/>
                  <a:pt x="7058849" y="3204476"/>
                </a:cubicBezTo>
                <a:cubicBezTo>
                  <a:pt x="7038123" y="3185578"/>
                  <a:pt x="7005814" y="3176130"/>
                  <a:pt x="6961923" y="3176130"/>
                </a:cubicBezTo>
                <a:close/>
                <a:moveTo>
                  <a:pt x="6380060" y="3176130"/>
                </a:moveTo>
                <a:cubicBezTo>
                  <a:pt x="6362178" y="3176130"/>
                  <a:pt x="6346227" y="3179991"/>
                  <a:pt x="6332206" y="3187712"/>
                </a:cubicBezTo>
                <a:cubicBezTo>
                  <a:pt x="6318185" y="3195434"/>
                  <a:pt x="6304876" y="3207219"/>
                  <a:pt x="6292277" y="3223069"/>
                </a:cubicBezTo>
                <a:lnTo>
                  <a:pt x="6284962" y="3187102"/>
                </a:lnTo>
                <a:lnTo>
                  <a:pt x="6192303" y="3187102"/>
                </a:lnTo>
                <a:lnTo>
                  <a:pt x="6192303" y="3512019"/>
                </a:lnTo>
                <a:lnTo>
                  <a:pt x="6298373" y="3512019"/>
                </a:lnTo>
                <a:lnTo>
                  <a:pt x="6298373" y="3289515"/>
                </a:lnTo>
                <a:cubicBezTo>
                  <a:pt x="6312191" y="3266757"/>
                  <a:pt x="6324993" y="3255378"/>
                  <a:pt x="6336778" y="3255378"/>
                </a:cubicBezTo>
                <a:cubicBezTo>
                  <a:pt x="6342468" y="3255378"/>
                  <a:pt x="6346837" y="3257613"/>
                  <a:pt x="6349885" y="3262083"/>
                </a:cubicBezTo>
                <a:cubicBezTo>
                  <a:pt x="6352933" y="3266554"/>
                  <a:pt x="6354456" y="3274072"/>
                  <a:pt x="6354456" y="3284638"/>
                </a:cubicBezTo>
                <a:lnTo>
                  <a:pt x="6354456" y="3512019"/>
                </a:lnTo>
                <a:lnTo>
                  <a:pt x="6460527" y="3512019"/>
                </a:lnTo>
                <a:lnTo>
                  <a:pt x="6460527" y="3270618"/>
                </a:lnTo>
                <a:cubicBezTo>
                  <a:pt x="6460527" y="3240951"/>
                  <a:pt x="6453414" y="3217786"/>
                  <a:pt x="6439191" y="3201123"/>
                </a:cubicBezTo>
                <a:cubicBezTo>
                  <a:pt x="6424967" y="3184461"/>
                  <a:pt x="6405256" y="3176130"/>
                  <a:pt x="6380060" y="3176130"/>
                </a:cubicBezTo>
                <a:close/>
                <a:moveTo>
                  <a:pt x="6009423" y="3176130"/>
                </a:moveTo>
                <a:cubicBezTo>
                  <a:pt x="5990729" y="3176130"/>
                  <a:pt x="5970916" y="3178263"/>
                  <a:pt x="5949987" y="3182531"/>
                </a:cubicBezTo>
                <a:cubicBezTo>
                  <a:pt x="5929057" y="3186798"/>
                  <a:pt x="5909652" y="3192995"/>
                  <a:pt x="5891770" y="3201123"/>
                </a:cubicBezTo>
                <a:lnTo>
                  <a:pt x="5914935" y="3268179"/>
                </a:lnTo>
                <a:cubicBezTo>
                  <a:pt x="5945821" y="3257207"/>
                  <a:pt x="5971018" y="3251720"/>
                  <a:pt x="5990525" y="3251720"/>
                </a:cubicBezTo>
                <a:cubicBezTo>
                  <a:pt x="6007188" y="3251720"/>
                  <a:pt x="6018567" y="3254971"/>
                  <a:pt x="6024663" y="3261474"/>
                </a:cubicBezTo>
                <a:cubicBezTo>
                  <a:pt x="6030759" y="3267976"/>
                  <a:pt x="6033807" y="3280371"/>
                  <a:pt x="6033807" y="3298659"/>
                </a:cubicBezTo>
                <a:lnTo>
                  <a:pt x="6033807" y="3310851"/>
                </a:lnTo>
                <a:lnTo>
                  <a:pt x="6012471" y="3310851"/>
                </a:lnTo>
                <a:cubicBezTo>
                  <a:pt x="5966548" y="3310851"/>
                  <a:pt x="5931496" y="3320300"/>
                  <a:pt x="5907315" y="3339198"/>
                </a:cubicBezTo>
                <a:cubicBezTo>
                  <a:pt x="5883134" y="3358095"/>
                  <a:pt x="5871043" y="3385426"/>
                  <a:pt x="5871043" y="3421189"/>
                </a:cubicBezTo>
                <a:cubicBezTo>
                  <a:pt x="5871043" y="3451669"/>
                  <a:pt x="5879781" y="3476256"/>
                  <a:pt x="5897256" y="3494950"/>
                </a:cubicBezTo>
                <a:cubicBezTo>
                  <a:pt x="5914732" y="3513645"/>
                  <a:pt x="5938100" y="3522992"/>
                  <a:pt x="5967360" y="3522992"/>
                </a:cubicBezTo>
                <a:cubicBezTo>
                  <a:pt x="6005968" y="3522992"/>
                  <a:pt x="6035433" y="3507346"/>
                  <a:pt x="6055753" y="3476053"/>
                </a:cubicBezTo>
                <a:cubicBezTo>
                  <a:pt x="6063068" y="3491090"/>
                  <a:pt x="6072923" y="3501961"/>
                  <a:pt x="6085318" y="3508666"/>
                </a:cubicBezTo>
                <a:cubicBezTo>
                  <a:pt x="6097713" y="3515372"/>
                  <a:pt x="6113868" y="3519538"/>
                  <a:pt x="6133781" y="3521163"/>
                </a:cubicBezTo>
                <a:lnTo>
                  <a:pt x="6155117" y="3452278"/>
                </a:lnTo>
                <a:cubicBezTo>
                  <a:pt x="6148209" y="3449434"/>
                  <a:pt x="6143535" y="3445573"/>
                  <a:pt x="6141096" y="3440696"/>
                </a:cubicBezTo>
                <a:cubicBezTo>
                  <a:pt x="6138658" y="3435819"/>
                  <a:pt x="6137439" y="3427895"/>
                  <a:pt x="6137439" y="3416922"/>
                </a:cubicBezTo>
                <a:lnTo>
                  <a:pt x="6137439" y="3292563"/>
                </a:lnTo>
                <a:cubicBezTo>
                  <a:pt x="6137439" y="3252736"/>
                  <a:pt x="6127076" y="3223374"/>
                  <a:pt x="6106349" y="3204476"/>
                </a:cubicBezTo>
                <a:cubicBezTo>
                  <a:pt x="6085623" y="3185578"/>
                  <a:pt x="6053314" y="3176130"/>
                  <a:pt x="6009423" y="3176130"/>
                </a:cubicBezTo>
                <a:close/>
                <a:moveTo>
                  <a:pt x="5604267" y="3176130"/>
                </a:moveTo>
                <a:cubicBezTo>
                  <a:pt x="5587199" y="3176130"/>
                  <a:pt x="5571857" y="3179991"/>
                  <a:pt x="5558243" y="3187712"/>
                </a:cubicBezTo>
                <a:cubicBezTo>
                  <a:pt x="5544628" y="3195434"/>
                  <a:pt x="5531928" y="3207422"/>
                  <a:pt x="5520143" y="3223678"/>
                </a:cubicBezTo>
                <a:lnTo>
                  <a:pt x="5513437" y="3187102"/>
                </a:lnTo>
                <a:lnTo>
                  <a:pt x="5420778" y="3187102"/>
                </a:lnTo>
                <a:lnTo>
                  <a:pt x="5420778" y="3512019"/>
                </a:lnTo>
                <a:lnTo>
                  <a:pt x="5525629" y="3512019"/>
                </a:lnTo>
                <a:lnTo>
                  <a:pt x="5525629" y="3287077"/>
                </a:lnTo>
                <a:cubicBezTo>
                  <a:pt x="5536195" y="3265944"/>
                  <a:pt x="5547371" y="3255378"/>
                  <a:pt x="5559157" y="3255378"/>
                </a:cubicBezTo>
                <a:cubicBezTo>
                  <a:pt x="5570130" y="3255378"/>
                  <a:pt x="5575616" y="3265131"/>
                  <a:pt x="5575616" y="3284638"/>
                </a:cubicBezTo>
                <a:lnTo>
                  <a:pt x="5575616" y="3512019"/>
                </a:lnTo>
                <a:lnTo>
                  <a:pt x="5679858" y="3512019"/>
                </a:lnTo>
                <a:lnTo>
                  <a:pt x="5679858" y="3287077"/>
                </a:lnTo>
                <a:cubicBezTo>
                  <a:pt x="5690424" y="3265944"/>
                  <a:pt x="5701600" y="3255378"/>
                  <a:pt x="5713386" y="3255378"/>
                </a:cubicBezTo>
                <a:cubicBezTo>
                  <a:pt x="5724359" y="3255378"/>
                  <a:pt x="5729845" y="3265131"/>
                  <a:pt x="5729845" y="3284638"/>
                </a:cubicBezTo>
                <a:lnTo>
                  <a:pt x="5729845" y="3512019"/>
                </a:lnTo>
                <a:lnTo>
                  <a:pt x="5834696" y="3512019"/>
                </a:lnTo>
                <a:lnTo>
                  <a:pt x="5834696" y="3270618"/>
                </a:lnTo>
                <a:cubicBezTo>
                  <a:pt x="5834696" y="3241763"/>
                  <a:pt x="5827686" y="3218802"/>
                  <a:pt x="5813665" y="3201733"/>
                </a:cubicBezTo>
                <a:cubicBezTo>
                  <a:pt x="5799644" y="3184664"/>
                  <a:pt x="5781254" y="3176130"/>
                  <a:pt x="5758497" y="3176130"/>
                </a:cubicBezTo>
                <a:cubicBezTo>
                  <a:pt x="5740615" y="3176130"/>
                  <a:pt x="5724663" y="3180194"/>
                  <a:pt x="5710643" y="3188322"/>
                </a:cubicBezTo>
                <a:cubicBezTo>
                  <a:pt x="5696622" y="3196450"/>
                  <a:pt x="5683718" y="3208845"/>
                  <a:pt x="5671933" y="3225507"/>
                </a:cubicBezTo>
                <a:cubicBezTo>
                  <a:pt x="5665837" y="3209658"/>
                  <a:pt x="5656896" y="3197466"/>
                  <a:pt x="5645111" y="3188931"/>
                </a:cubicBezTo>
                <a:cubicBezTo>
                  <a:pt x="5633325" y="3180397"/>
                  <a:pt x="5619711" y="3176130"/>
                  <a:pt x="5604267" y="3176130"/>
                </a:cubicBezTo>
                <a:close/>
                <a:moveTo>
                  <a:pt x="5137543" y="3176130"/>
                </a:moveTo>
                <a:cubicBezTo>
                  <a:pt x="5120474" y="3176130"/>
                  <a:pt x="5105133" y="3179991"/>
                  <a:pt x="5091519" y="3187712"/>
                </a:cubicBezTo>
                <a:cubicBezTo>
                  <a:pt x="5077904" y="3195434"/>
                  <a:pt x="5065205" y="3207422"/>
                  <a:pt x="5053418" y="3223678"/>
                </a:cubicBezTo>
                <a:lnTo>
                  <a:pt x="5046713" y="3187102"/>
                </a:lnTo>
                <a:lnTo>
                  <a:pt x="4954054" y="3187102"/>
                </a:lnTo>
                <a:lnTo>
                  <a:pt x="4954054" y="3512019"/>
                </a:lnTo>
                <a:lnTo>
                  <a:pt x="5058904" y="3512019"/>
                </a:lnTo>
                <a:lnTo>
                  <a:pt x="5058904" y="3287077"/>
                </a:lnTo>
                <a:cubicBezTo>
                  <a:pt x="5069472" y="3265944"/>
                  <a:pt x="5080647" y="3255378"/>
                  <a:pt x="5092433" y="3255378"/>
                </a:cubicBezTo>
                <a:cubicBezTo>
                  <a:pt x="5103405" y="3255378"/>
                  <a:pt x="5108892" y="3265131"/>
                  <a:pt x="5108892" y="3284638"/>
                </a:cubicBezTo>
                <a:lnTo>
                  <a:pt x="5108892" y="3512019"/>
                </a:lnTo>
                <a:lnTo>
                  <a:pt x="5213133" y="3512019"/>
                </a:lnTo>
                <a:lnTo>
                  <a:pt x="5213133" y="3287077"/>
                </a:lnTo>
                <a:cubicBezTo>
                  <a:pt x="5223700" y="3265944"/>
                  <a:pt x="5234875" y="3255378"/>
                  <a:pt x="5246661" y="3255378"/>
                </a:cubicBezTo>
                <a:cubicBezTo>
                  <a:pt x="5257634" y="3255378"/>
                  <a:pt x="5263120" y="3265131"/>
                  <a:pt x="5263120" y="3284638"/>
                </a:cubicBezTo>
                <a:lnTo>
                  <a:pt x="5263120" y="3512019"/>
                </a:lnTo>
                <a:lnTo>
                  <a:pt x="5367972" y="3512019"/>
                </a:lnTo>
                <a:lnTo>
                  <a:pt x="5367972" y="3270618"/>
                </a:lnTo>
                <a:cubicBezTo>
                  <a:pt x="5367972" y="3241763"/>
                  <a:pt x="5360961" y="3218802"/>
                  <a:pt x="5346941" y="3201733"/>
                </a:cubicBezTo>
                <a:cubicBezTo>
                  <a:pt x="5332920" y="3184664"/>
                  <a:pt x="5314531" y="3176130"/>
                  <a:pt x="5291772" y="3176130"/>
                </a:cubicBezTo>
                <a:cubicBezTo>
                  <a:pt x="5273890" y="3176130"/>
                  <a:pt x="5257939" y="3180194"/>
                  <a:pt x="5243918" y="3188322"/>
                </a:cubicBezTo>
                <a:cubicBezTo>
                  <a:pt x="5229897" y="3196450"/>
                  <a:pt x="5216994" y="3208845"/>
                  <a:pt x="5205209" y="3225507"/>
                </a:cubicBezTo>
                <a:cubicBezTo>
                  <a:pt x="5199112" y="3209658"/>
                  <a:pt x="5190172" y="3197466"/>
                  <a:pt x="5178386" y="3188931"/>
                </a:cubicBezTo>
                <a:cubicBezTo>
                  <a:pt x="5166600" y="3180397"/>
                  <a:pt x="5152986" y="3176130"/>
                  <a:pt x="5137543" y="3176130"/>
                </a:cubicBezTo>
                <a:close/>
                <a:moveTo>
                  <a:pt x="4767364" y="3176130"/>
                </a:moveTo>
                <a:cubicBezTo>
                  <a:pt x="4720627" y="3176130"/>
                  <a:pt x="4683949" y="3191370"/>
                  <a:pt x="4657330" y="3221850"/>
                </a:cubicBezTo>
                <a:cubicBezTo>
                  <a:pt x="4630711" y="3252330"/>
                  <a:pt x="4617401" y="3294799"/>
                  <a:pt x="4617401" y="3349256"/>
                </a:cubicBezTo>
                <a:cubicBezTo>
                  <a:pt x="4617401" y="3406152"/>
                  <a:pt x="4630609" y="3449332"/>
                  <a:pt x="4657026" y="3478796"/>
                </a:cubicBezTo>
                <a:cubicBezTo>
                  <a:pt x="4683442" y="3508260"/>
                  <a:pt x="4720221" y="3522992"/>
                  <a:pt x="4767364" y="3522992"/>
                </a:cubicBezTo>
                <a:cubicBezTo>
                  <a:pt x="4814099" y="3522992"/>
                  <a:pt x="4850777" y="3507752"/>
                  <a:pt x="4877396" y="3477272"/>
                </a:cubicBezTo>
                <a:cubicBezTo>
                  <a:pt x="4904015" y="3446792"/>
                  <a:pt x="4917325" y="3404323"/>
                  <a:pt x="4917325" y="3349866"/>
                </a:cubicBezTo>
                <a:cubicBezTo>
                  <a:pt x="4917325" y="3292970"/>
                  <a:pt x="4904015" y="3249790"/>
                  <a:pt x="4877396" y="3220326"/>
                </a:cubicBezTo>
                <a:cubicBezTo>
                  <a:pt x="4850777" y="3190862"/>
                  <a:pt x="4814099" y="3176130"/>
                  <a:pt x="4767364" y="3176130"/>
                </a:cubicBezTo>
                <a:close/>
                <a:moveTo>
                  <a:pt x="4503102" y="3176130"/>
                </a:moveTo>
                <a:cubicBezTo>
                  <a:pt x="4472215" y="3176130"/>
                  <a:pt x="4445291" y="3183343"/>
                  <a:pt x="4422330" y="3197770"/>
                </a:cubicBezTo>
                <a:cubicBezTo>
                  <a:pt x="4399368" y="3212198"/>
                  <a:pt x="4381690" y="3232721"/>
                  <a:pt x="4369294" y="3259340"/>
                </a:cubicBezTo>
                <a:cubicBezTo>
                  <a:pt x="4356899" y="3285959"/>
                  <a:pt x="4350702" y="3316947"/>
                  <a:pt x="4350702" y="3352304"/>
                </a:cubicBezTo>
                <a:cubicBezTo>
                  <a:pt x="4350702" y="3405949"/>
                  <a:pt x="4364316" y="3447808"/>
                  <a:pt x="4391545" y="3477882"/>
                </a:cubicBezTo>
                <a:cubicBezTo>
                  <a:pt x="4418774" y="3507955"/>
                  <a:pt x="4456569" y="3522992"/>
                  <a:pt x="4504930" y="3522992"/>
                </a:cubicBezTo>
                <a:cubicBezTo>
                  <a:pt x="4544352" y="3522992"/>
                  <a:pt x="4578692" y="3509987"/>
                  <a:pt x="4607953" y="3483978"/>
                </a:cubicBezTo>
                <a:lnTo>
                  <a:pt x="4562233" y="3421798"/>
                </a:lnTo>
                <a:cubicBezTo>
                  <a:pt x="4551666" y="3428707"/>
                  <a:pt x="4542726" y="3433686"/>
                  <a:pt x="4535410" y="3436734"/>
                </a:cubicBezTo>
                <a:cubicBezTo>
                  <a:pt x="4528095" y="3439782"/>
                  <a:pt x="4520170" y="3441306"/>
                  <a:pt x="4511636" y="3441306"/>
                </a:cubicBezTo>
                <a:cubicBezTo>
                  <a:pt x="4495380" y="3441306"/>
                  <a:pt x="4482883" y="3434803"/>
                  <a:pt x="4474145" y="3421798"/>
                </a:cubicBezTo>
                <a:cubicBezTo>
                  <a:pt x="4465408" y="3408794"/>
                  <a:pt x="4461039" y="3385426"/>
                  <a:pt x="4461039" y="3351695"/>
                </a:cubicBezTo>
                <a:cubicBezTo>
                  <a:pt x="4461039" y="3316338"/>
                  <a:pt x="4465306" y="3291547"/>
                  <a:pt x="4473841" y="3277323"/>
                </a:cubicBezTo>
                <a:cubicBezTo>
                  <a:pt x="4482375" y="3263099"/>
                  <a:pt x="4495177" y="3255987"/>
                  <a:pt x="4512245" y="3255987"/>
                </a:cubicBezTo>
                <a:cubicBezTo>
                  <a:pt x="4528908" y="3255987"/>
                  <a:pt x="4546180" y="3263099"/>
                  <a:pt x="4564062" y="3277323"/>
                </a:cubicBezTo>
                <a:lnTo>
                  <a:pt x="4607953" y="3217583"/>
                </a:lnTo>
                <a:cubicBezTo>
                  <a:pt x="4593322" y="3203765"/>
                  <a:pt x="4577473" y="3193402"/>
                  <a:pt x="4560404" y="3186493"/>
                </a:cubicBezTo>
                <a:cubicBezTo>
                  <a:pt x="4543335" y="3179584"/>
                  <a:pt x="4524234" y="3176130"/>
                  <a:pt x="4503102" y="3176130"/>
                </a:cubicBezTo>
                <a:close/>
                <a:moveTo>
                  <a:pt x="4181462" y="3176130"/>
                </a:moveTo>
                <a:cubicBezTo>
                  <a:pt x="4150169" y="3176130"/>
                  <a:pt x="4123652" y="3183648"/>
                  <a:pt x="4101909" y="3198685"/>
                </a:cubicBezTo>
                <a:cubicBezTo>
                  <a:pt x="4080167" y="3213722"/>
                  <a:pt x="4063809" y="3234448"/>
                  <a:pt x="4052836" y="3260864"/>
                </a:cubicBezTo>
                <a:cubicBezTo>
                  <a:pt x="4041864" y="3287280"/>
                  <a:pt x="4036377" y="3317354"/>
                  <a:pt x="4036377" y="3351085"/>
                </a:cubicBezTo>
                <a:cubicBezTo>
                  <a:pt x="4036377" y="3403917"/>
                  <a:pt x="4049585" y="3445776"/>
                  <a:pt x="4076001" y="3476662"/>
                </a:cubicBezTo>
                <a:cubicBezTo>
                  <a:pt x="4102417" y="3507549"/>
                  <a:pt x="4141026" y="3522992"/>
                  <a:pt x="4191825" y="3522992"/>
                </a:cubicBezTo>
                <a:cubicBezTo>
                  <a:pt x="4238154" y="3522992"/>
                  <a:pt x="4278388" y="3507752"/>
                  <a:pt x="4312525" y="3477272"/>
                </a:cubicBezTo>
                <a:lnTo>
                  <a:pt x="4269853" y="3419970"/>
                </a:lnTo>
                <a:cubicBezTo>
                  <a:pt x="4256849" y="3429317"/>
                  <a:pt x="4244962" y="3436124"/>
                  <a:pt x="4234192" y="3440391"/>
                </a:cubicBezTo>
                <a:cubicBezTo>
                  <a:pt x="4223423" y="3444658"/>
                  <a:pt x="4212349" y="3446792"/>
                  <a:pt x="4200969" y="3446792"/>
                </a:cubicBezTo>
                <a:cubicBezTo>
                  <a:pt x="4183088" y="3446792"/>
                  <a:pt x="4169474" y="3442118"/>
                  <a:pt x="4160126" y="3432771"/>
                </a:cubicBezTo>
                <a:cubicBezTo>
                  <a:pt x="4150779" y="3423424"/>
                  <a:pt x="4144886" y="3405949"/>
                  <a:pt x="4142447" y="3380346"/>
                </a:cubicBezTo>
                <a:lnTo>
                  <a:pt x="4321669" y="3380346"/>
                </a:lnTo>
                <a:cubicBezTo>
                  <a:pt x="4323295" y="3366528"/>
                  <a:pt x="4324108" y="3354539"/>
                  <a:pt x="4324108" y="3344379"/>
                </a:cubicBezTo>
                <a:cubicBezTo>
                  <a:pt x="4324108" y="3290328"/>
                  <a:pt x="4311306" y="3248774"/>
                  <a:pt x="4285703" y="3219716"/>
                </a:cubicBezTo>
                <a:cubicBezTo>
                  <a:pt x="4260101" y="3190658"/>
                  <a:pt x="4225352" y="3176130"/>
                  <a:pt x="4181462" y="3176130"/>
                </a:cubicBezTo>
                <a:close/>
                <a:moveTo>
                  <a:pt x="3409937" y="3176130"/>
                </a:moveTo>
                <a:cubicBezTo>
                  <a:pt x="3378644" y="3176130"/>
                  <a:pt x="3352127" y="3183648"/>
                  <a:pt x="3330384" y="3198685"/>
                </a:cubicBezTo>
                <a:cubicBezTo>
                  <a:pt x="3308642" y="3213722"/>
                  <a:pt x="3292284" y="3234448"/>
                  <a:pt x="3281311" y="3260864"/>
                </a:cubicBezTo>
                <a:cubicBezTo>
                  <a:pt x="3270339" y="3287280"/>
                  <a:pt x="3264852" y="3317354"/>
                  <a:pt x="3264852" y="3351085"/>
                </a:cubicBezTo>
                <a:cubicBezTo>
                  <a:pt x="3264852" y="3403917"/>
                  <a:pt x="3278060" y="3445776"/>
                  <a:pt x="3304476" y="3476662"/>
                </a:cubicBezTo>
                <a:cubicBezTo>
                  <a:pt x="3330892" y="3507549"/>
                  <a:pt x="3369500" y="3522992"/>
                  <a:pt x="3420300" y="3522992"/>
                </a:cubicBezTo>
                <a:cubicBezTo>
                  <a:pt x="3466630" y="3522992"/>
                  <a:pt x="3506864" y="3507752"/>
                  <a:pt x="3541001" y="3477272"/>
                </a:cubicBezTo>
                <a:lnTo>
                  <a:pt x="3498329" y="3419970"/>
                </a:lnTo>
                <a:cubicBezTo>
                  <a:pt x="3485324" y="3429317"/>
                  <a:pt x="3473437" y="3436124"/>
                  <a:pt x="3462667" y="3440391"/>
                </a:cubicBezTo>
                <a:cubicBezTo>
                  <a:pt x="3451898" y="3444658"/>
                  <a:pt x="3440823" y="3446792"/>
                  <a:pt x="3429444" y="3446792"/>
                </a:cubicBezTo>
                <a:cubicBezTo>
                  <a:pt x="3411563" y="3446792"/>
                  <a:pt x="3397948" y="3442118"/>
                  <a:pt x="3388601" y="3432771"/>
                </a:cubicBezTo>
                <a:cubicBezTo>
                  <a:pt x="3379254" y="3423424"/>
                  <a:pt x="3373361" y="3405949"/>
                  <a:pt x="3370923" y="3380346"/>
                </a:cubicBezTo>
                <a:lnTo>
                  <a:pt x="3550145" y="3380346"/>
                </a:lnTo>
                <a:cubicBezTo>
                  <a:pt x="3551771" y="3366528"/>
                  <a:pt x="3552584" y="3354539"/>
                  <a:pt x="3552584" y="3344379"/>
                </a:cubicBezTo>
                <a:cubicBezTo>
                  <a:pt x="3552584" y="3290328"/>
                  <a:pt x="3539782" y="3248774"/>
                  <a:pt x="3514179" y="3219716"/>
                </a:cubicBezTo>
                <a:cubicBezTo>
                  <a:pt x="3488575" y="3190658"/>
                  <a:pt x="3453829" y="3176130"/>
                  <a:pt x="3409937" y="3176130"/>
                </a:cubicBezTo>
                <a:close/>
                <a:moveTo>
                  <a:pt x="2647937" y="3176130"/>
                </a:moveTo>
                <a:cubicBezTo>
                  <a:pt x="2616644" y="3176130"/>
                  <a:pt x="2590127" y="3183648"/>
                  <a:pt x="2568385" y="3198685"/>
                </a:cubicBezTo>
                <a:cubicBezTo>
                  <a:pt x="2546642" y="3213722"/>
                  <a:pt x="2530285" y="3234448"/>
                  <a:pt x="2519311" y="3260864"/>
                </a:cubicBezTo>
                <a:cubicBezTo>
                  <a:pt x="2508338" y="3287280"/>
                  <a:pt x="2502852" y="3317354"/>
                  <a:pt x="2502852" y="3351085"/>
                </a:cubicBezTo>
                <a:cubicBezTo>
                  <a:pt x="2502852" y="3403917"/>
                  <a:pt x="2516060" y="3445776"/>
                  <a:pt x="2542476" y="3476662"/>
                </a:cubicBezTo>
                <a:cubicBezTo>
                  <a:pt x="2568892" y="3507549"/>
                  <a:pt x="2607500" y="3522992"/>
                  <a:pt x="2658300" y="3522992"/>
                </a:cubicBezTo>
                <a:cubicBezTo>
                  <a:pt x="2704630" y="3522992"/>
                  <a:pt x="2744863" y="3507752"/>
                  <a:pt x="2779001" y="3477272"/>
                </a:cubicBezTo>
                <a:lnTo>
                  <a:pt x="2736329" y="3419970"/>
                </a:lnTo>
                <a:cubicBezTo>
                  <a:pt x="2723325" y="3429317"/>
                  <a:pt x="2711437" y="3436124"/>
                  <a:pt x="2700668" y="3440391"/>
                </a:cubicBezTo>
                <a:cubicBezTo>
                  <a:pt x="2689898" y="3444658"/>
                  <a:pt x="2678824" y="3446792"/>
                  <a:pt x="2667444" y="3446792"/>
                </a:cubicBezTo>
                <a:cubicBezTo>
                  <a:pt x="2649562" y="3446792"/>
                  <a:pt x="2635949" y="3442118"/>
                  <a:pt x="2626601" y="3432771"/>
                </a:cubicBezTo>
                <a:cubicBezTo>
                  <a:pt x="2617254" y="3423424"/>
                  <a:pt x="2611361" y="3405949"/>
                  <a:pt x="2608923" y="3380346"/>
                </a:cubicBezTo>
                <a:lnTo>
                  <a:pt x="2788145" y="3380346"/>
                </a:lnTo>
                <a:cubicBezTo>
                  <a:pt x="2789770" y="3366528"/>
                  <a:pt x="2790584" y="3354539"/>
                  <a:pt x="2790584" y="3344379"/>
                </a:cubicBezTo>
                <a:cubicBezTo>
                  <a:pt x="2790584" y="3290328"/>
                  <a:pt x="2777782" y="3248774"/>
                  <a:pt x="2752179" y="3219716"/>
                </a:cubicBezTo>
                <a:cubicBezTo>
                  <a:pt x="2726576" y="3190658"/>
                  <a:pt x="2691828" y="3176130"/>
                  <a:pt x="2647937" y="3176130"/>
                </a:cubicBezTo>
                <a:close/>
                <a:moveTo>
                  <a:pt x="2232419" y="3176130"/>
                </a:moveTo>
                <a:cubicBezTo>
                  <a:pt x="2215350" y="3176130"/>
                  <a:pt x="2200008" y="3179991"/>
                  <a:pt x="2186394" y="3187712"/>
                </a:cubicBezTo>
                <a:cubicBezTo>
                  <a:pt x="2172780" y="3195434"/>
                  <a:pt x="2160079" y="3207422"/>
                  <a:pt x="2148294" y="3223678"/>
                </a:cubicBezTo>
                <a:lnTo>
                  <a:pt x="2141588" y="3187102"/>
                </a:lnTo>
                <a:lnTo>
                  <a:pt x="2048929" y="3187102"/>
                </a:lnTo>
                <a:lnTo>
                  <a:pt x="2048929" y="3512019"/>
                </a:lnTo>
                <a:lnTo>
                  <a:pt x="2153780" y="3512019"/>
                </a:lnTo>
                <a:lnTo>
                  <a:pt x="2153780" y="3287077"/>
                </a:lnTo>
                <a:cubicBezTo>
                  <a:pt x="2164346" y="3265944"/>
                  <a:pt x="2175522" y="3255378"/>
                  <a:pt x="2187308" y="3255378"/>
                </a:cubicBezTo>
                <a:cubicBezTo>
                  <a:pt x="2198281" y="3255378"/>
                  <a:pt x="2203767" y="3265131"/>
                  <a:pt x="2203767" y="3284638"/>
                </a:cubicBezTo>
                <a:lnTo>
                  <a:pt x="2203767" y="3512019"/>
                </a:lnTo>
                <a:lnTo>
                  <a:pt x="2308009" y="3512019"/>
                </a:lnTo>
                <a:lnTo>
                  <a:pt x="2308009" y="3287077"/>
                </a:lnTo>
                <a:cubicBezTo>
                  <a:pt x="2318575" y="3265944"/>
                  <a:pt x="2329751" y="3255378"/>
                  <a:pt x="2341537" y="3255378"/>
                </a:cubicBezTo>
                <a:cubicBezTo>
                  <a:pt x="2352510" y="3255378"/>
                  <a:pt x="2357996" y="3265131"/>
                  <a:pt x="2357996" y="3284638"/>
                </a:cubicBezTo>
                <a:lnTo>
                  <a:pt x="2357996" y="3512019"/>
                </a:lnTo>
                <a:lnTo>
                  <a:pt x="2462848" y="3512019"/>
                </a:lnTo>
                <a:lnTo>
                  <a:pt x="2462848" y="3270618"/>
                </a:lnTo>
                <a:cubicBezTo>
                  <a:pt x="2462848" y="3241763"/>
                  <a:pt x="2455837" y="3218802"/>
                  <a:pt x="2441816" y="3201733"/>
                </a:cubicBezTo>
                <a:cubicBezTo>
                  <a:pt x="2427795" y="3184664"/>
                  <a:pt x="2409405" y="3176130"/>
                  <a:pt x="2386648" y="3176130"/>
                </a:cubicBezTo>
                <a:cubicBezTo>
                  <a:pt x="2368766" y="3176130"/>
                  <a:pt x="2352814" y="3180194"/>
                  <a:pt x="2338794" y="3188322"/>
                </a:cubicBezTo>
                <a:cubicBezTo>
                  <a:pt x="2324773" y="3196450"/>
                  <a:pt x="2311870" y="3208845"/>
                  <a:pt x="2300084" y="3225507"/>
                </a:cubicBezTo>
                <a:cubicBezTo>
                  <a:pt x="2293988" y="3209658"/>
                  <a:pt x="2285047" y="3197466"/>
                  <a:pt x="2273262" y="3188931"/>
                </a:cubicBezTo>
                <a:cubicBezTo>
                  <a:pt x="2261476" y="3180397"/>
                  <a:pt x="2247861" y="3176130"/>
                  <a:pt x="2232419" y="3176130"/>
                </a:cubicBezTo>
                <a:close/>
                <a:moveTo>
                  <a:pt x="1866887" y="3176130"/>
                </a:moveTo>
                <a:cubicBezTo>
                  <a:pt x="1835594" y="3176130"/>
                  <a:pt x="1809076" y="3183648"/>
                  <a:pt x="1787334" y="3198685"/>
                </a:cubicBezTo>
                <a:cubicBezTo>
                  <a:pt x="1765591" y="3213722"/>
                  <a:pt x="1749234" y="3234448"/>
                  <a:pt x="1738262" y="3260864"/>
                </a:cubicBezTo>
                <a:cubicBezTo>
                  <a:pt x="1727288" y="3287280"/>
                  <a:pt x="1721802" y="3317354"/>
                  <a:pt x="1721802" y="3351085"/>
                </a:cubicBezTo>
                <a:cubicBezTo>
                  <a:pt x="1721802" y="3403917"/>
                  <a:pt x="1735010" y="3445776"/>
                  <a:pt x="1761426" y="3476662"/>
                </a:cubicBezTo>
                <a:cubicBezTo>
                  <a:pt x="1787842" y="3507549"/>
                  <a:pt x="1826450" y="3522992"/>
                  <a:pt x="1877250" y="3522992"/>
                </a:cubicBezTo>
                <a:cubicBezTo>
                  <a:pt x="1923580" y="3522992"/>
                  <a:pt x="1963813" y="3507752"/>
                  <a:pt x="1997951" y="3477272"/>
                </a:cubicBezTo>
                <a:lnTo>
                  <a:pt x="1955279" y="3419970"/>
                </a:lnTo>
                <a:cubicBezTo>
                  <a:pt x="1942274" y="3429317"/>
                  <a:pt x="1930387" y="3436124"/>
                  <a:pt x="1919617" y="3440391"/>
                </a:cubicBezTo>
                <a:cubicBezTo>
                  <a:pt x="1908848" y="3444658"/>
                  <a:pt x="1897773" y="3446792"/>
                  <a:pt x="1886395" y="3446792"/>
                </a:cubicBezTo>
                <a:cubicBezTo>
                  <a:pt x="1868513" y="3446792"/>
                  <a:pt x="1854898" y="3442118"/>
                  <a:pt x="1845551" y="3432771"/>
                </a:cubicBezTo>
                <a:cubicBezTo>
                  <a:pt x="1836204" y="3423424"/>
                  <a:pt x="1830311" y="3405949"/>
                  <a:pt x="1827873" y="3380346"/>
                </a:cubicBezTo>
                <a:lnTo>
                  <a:pt x="2007095" y="3380346"/>
                </a:lnTo>
                <a:cubicBezTo>
                  <a:pt x="2008721" y="3366528"/>
                  <a:pt x="2009533" y="3354539"/>
                  <a:pt x="2009533" y="3344379"/>
                </a:cubicBezTo>
                <a:cubicBezTo>
                  <a:pt x="2009533" y="3290328"/>
                  <a:pt x="1996732" y="3248774"/>
                  <a:pt x="1971128" y="3219716"/>
                </a:cubicBezTo>
                <a:cubicBezTo>
                  <a:pt x="1945525" y="3190658"/>
                  <a:pt x="1910778" y="3176130"/>
                  <a:pt x="1866887" y="3176130"/>
                </a:cubicBezTo>
                <a:close/>
                <a:moveTo>
                  <a:pt x="1361605" y="3176130"/>
                </a:moveTo>
                <a:cubicBezTo>
                  <a:pt x="1335189" y="3176130"/>
                  <a:pt x="1312430" y="3180600"/>
                  <a:pt x="1293329" y="3189541"/>
                </a:cubicBezTo>
                <a:cubicBezTo>
                  <a:pt x="1274229" y="3198482"/>
                  <a:pt x="1259700" y="3210775"/>
                  <a:pt x="1249743" y="3226422"/>
                </a:cubicBezTo>
                <a:cubicBezTo>
                  <a:pt x="1239786" y="3242068"/>
                  <a:pt x="1234808" y="3259645"/>
                  <a:pt x="1234808" y="3279152"/>
                </a:cubicBezTo>
                <a:cubicBezTo>
                  <a:pt x="1234808" y="3303536"/>
                  <a:pt x="1241615" y="3323754"/>
                  <a:pt x="1255229" y="3339807"/>
                </a:cubicBezTo>
                <a:cubicBezTo>
                  <a:pt x="1268844" y="3355860"/>
                  <a:pt x="1290485" y="3369170"/>
                  <a:pt x="1320152" y="3379736"/>
                </a:cubicBezTo>
                <a:cubicBezTo>
                  <a:pt x="1336814" y="3385426"/>
                  <a:pt x="1349108" y="3390303"/>
                  <a:pt x="1357033" y="3394366"/>
                </a:cubicBezTo>
                <a:cubicBezTo>
                  <a:pt x="1364957" y="3398430"/>
                  <a:pt x="1370342" y="3402596"/>
                  <a:pt x="1373187" y="3406863"/>
                </a:cubicBezTo>
                <a:cubicBezTo>
                  <a:pt x="1376032" y="3411130"/>
                  <a:pt x="1377454" y="3416718"/>
                  <a:pt x="1377454" y="3423627"/>
                </a:cubicBezTo>
                <a:cubicBezTo>
                  <a:pt x="1377454" y="3431755"/>
                  <a:pt x="1374508" y="3438054"/>
                  <a:pt x="1368615" y="3442525"/>
                </a:cubicBezTo>
                <a:cubicBezTo>
                  <a:pt x="1362722" y="3446995"/>
                  <a:pt x="1354289" y="3449230"/>
                  <a:pt x="1343317" y="3449230"/>
                </a:cubicBezTo>
                <a:cubicBezTo>
                  <a:pt x="1319745" y="3449230"/>
                  <a:pt x="1295158" y="3438867"/>
                  <a:pt x="1269555" y="3418141"/>
                </a:cubicBezTo>
                <a:lnTo>
                  <a:pt x="1220178" y="3473614"/>
                </a:lnTo>
                <a:cubicBezTo>
                  <a:pt x="1235621" y="3489058"/>
                  <a:pt x="1254416" y="3501148"/>
                  <a:pt x="1276566" y="3509886"/>
                </a:cubicBezTo>
                <a:cubicBezTo>
                  <a:pt x="1298714" y="3518623"/>
                  <a:pt x="1322590" y="3522992"/>
                  <a:pt x="1348193" y="3522992"/>
                </a:cubicBezTo>
                <a:cubicBezTo>
                  <a:pt x="1374609" y="3522992"/>
                  <a:pt x="1398282" y="3518623"/>
                  <a:pt x="1419212" y="3509886"/>
                </a:cubicBezTo>
                <a:cubicBezTo>
                  <a:pt x="1440142" y="3501148"/>
                  <a:pt x="1456397" y="3488550"/>
                  <a:pt x="1467980" y="3472090"/>
                </a:cubicBezTo>
                <a:cubicBezTo>
                  <a:pt x="1479562" y="3455631"/>
                  <a:pt x="1485353" y="3436429"/>
                  <a:pt x="1485353" y="3414483"/>
                </a:cubicBezTo>
                <a:cubicBezTo>
                  <a:pt x="1485353" y="3388067"/>
                  <a:pt x="1478343" y="3367138"/>
                  <a:pt x="1464322" y="3351695"/>
                </a:cubicBezTo>
                <a:cubicBezTo>
                  <a:pt x="1450301" y="3336251"/>
                  <a:pt x="1428661" y="3323246"/>
                  <a:pt x="1399400" y="3312680"/>
                </a:cubicBezTo>
                <a:cubicBezTo>
                  <a:pt x="1381925" y="3306584"/>
                  <a:pt x="1369022" y="3301402"/>
                  <a:pt x="1360690" y="3297135"/>
                </a:cubicBezTo>
                <a:cubicBezTo>
                  <a:pt x="1352359" y="3292868"/>
                  <a:pt x="1346771" y="3288906"/>
                  <a:pt x="1343926" y="3285248"/>
                </a:cubicBezTo>
                <a:cubicBezTo>
                  <a:pt x="1341081" y="3281590"/>
                  <a:pt x="1339659" y="3277120"/>
                  <a:pt x="1339659" y="3271837"/>
                </a:cubicBezTo>
                <a:cubicBezTo>
                  <a:pt x="1339659" y="3265334"/>
                  <a:pt x="1342199" y="3260153"/>
                  <a:pt x="1347279" y="3256292"/>
                </a:cubicBezTo>
                <a:cubicBezTo>
                  <a:pt x="1352359" y="3252431"/>
                  <a:pt x="1359572" y="3250501"/>
                  <a:pt x="1368920" y="3250501"/>
                </a:cubicBezTo>
                <a:cubicBezTo>
                  <a:pt x="1390866" y="3250501"/>
                  <a:pt x="1413421" y="3258426"/>
                  <a:pt x="1436586" y="3274275"/>
                </a:cubicBezTo>
                <a:lnTo>
                  <a:pt x="1474381" y="3216973"/>
                </a:lnTo>
                <a:cubicBezTo>
                  <a:pt x="1460563" y="3204374"/>
                  <a:pt x="1443799" y="3194418"/>
                  <a:pt x="1424089" y="3187102"/>
                </a:cubicBezTo>
                <a:cubicBezTo>
                  <a:pt x="1404378" y="3179787"/>
                  <a:pt x="1383550" y="3176130"/>
                  <a:pt x="1361605" y="3176130"/>
                </a:cubicBezTo>
                <a:close/>
                <a:moveTo>
                  <a:pt x="9170884" y="3165157"/>
                </a:moveTo>
                <a:lnTo>
                  <a:pt x="9191611" y="3165157"/>
                </a:lnTo>
                <a:cubicBezTo>
                  <a:pt x="9211118" y="3165157"/>
                  <a:pt x="9225545" y="3169627"/>
                  <a:pt x="9234893" y="3178568"/>
                </a:cubicBezTo>
                <a:cubicBezTo>
                  <a:pt x="9244239" y="3187509"/>
                  <a:pt x="9248913" y="3201327"/>
                  <a:pt x="9248913" y="3220021"/>
                </a:cubicBezTo>
                <a:cubicBezTo>
                  <a:pt x="9248913" y="3240747"/>
                  <a:pt x="9244748" y="3255886"/>
                  <a:pt x="9236416" y="3265436"/>
                </a:cubicBezTo>
                <a:cubicBezTo>
                  <a:pt x="9228085" y="3274987"/>
                  <a:pt x="9214572" y="3279762"/>
                  <a:pt x="9195878" y="3279762"/>
                </a:cubicBezTo>
                <a:lnTo>
                  <a:pt x="9170884" y="3279762"/>
                </a:lnTo>
                <a:close/>
                <a:moveTo>
                  <a:pt x="3817836" y="3165157"/>
                </a:moveTo>
                <a:lnTo>
                  <a:pt x="3838562" y="3165157"/>
                </a:lnTo>
                <a:cubicBezTo>
                  <a:pt x="3858070" y="3165157"/>
                  <a:pt x="3872496" y="3169627"/>
                  <a:pt x="3881843" y="3178568"/>
                </a:cubicBezTo>
                <a:cubicBezTo>
                  <a:pt x="3891191" y="3187509"/>
                  <a:pt x="3895865" y="3201327"/>
                  <a:pt x="3895865" y="3220021"/>
                </a:cubicBezTo>
                <a:cubicBezTo>
                  <a:pt x="3895865" y="3240747"/>
                  <a:pt x="3891699" y="3255886"/>
                  <a:pt x="3883368" y="3265436"/>
                </a:cubicBezTo>
                <a:cubicBezTo>
                  <a:pt x="3875036" y="3274987"/>
                  <a:pt x="3861523" y="3279762"/>
                  <a:pt x="3842830" y="3279762"/>
                </a:cubicBezTo>
                <a:lnTo>
                  <a:pt x="3817836" y="3279762"/>
                </a:lnTo>
                <a:close/>
                <a:moveTo>
                  <a:pt x="10631258" y="3105416"/>
                </a:moveTo>
                <a:lnTo>
                  <a:pt x="10525186" y="3118218"/>
                </a:lnTo>
                <a:lnTo>
                  <a:pt x="10525186" y="3187102"/>
                </a:lnTo>
                <a:lnTo>
                  <a:pt x="10489831" y="3187102"/>
                </a:lnTo>
                <a:lnTo>
                  <a:pt x="10489831" y="3260254"/>
                </a:lnTo>
                <a:lnTo>
                  <a:pt x="10525186" y="3260254"/>
                </a:lnTo>
                <a:lnTo>
                  <a:pt x="10525186" y="3409607"/>
                </a:lnTo>
                <a:cubicBezTo>
                  <a:pt x="10525186" y="3445776"/>
                  <a:pt x="10533924" y="3473716"/>
                  <a:pt x="10551400" y="3493426"/>
                </a:cubicBezTo>
                <a:cubicBezTo>
                  <a:pt x="10568876" y="3513137"/>
                  <a:pt x="10595495" y="3522992"/>
                  <a:pt x="10631258" y="3522992"/>
                </a:cubicBezTo>
                <a:cubicBezTo>
                  <a:pt x="10646701" y="3522992"/>
                  <a:pt x="10662042" y="3520757"/>
                  <a:pt x="10677282" y="3516286"/>
                </a:cubicBezTo>
                <a:cubicBezTo>
                  <a:pt x="10692522" y="3511816"/>
                  <a:pt x="10705832" y="3505314"/>
                  <a:pt x="10717211" y="3496779"/>
                </a:cubicBezTo>
                <a:lnTo>
                  <a:pt x="10683073" y="3431552"/>
                </a:lnTo>
                <a:cubicBezTo>
                  <a:pt x="10672914" y="3436835"/>
                  <a:pt x="10663566" y="3439477"/>
                  <a:pt x="10655032" y="3439477"/>
                </a:cubicBezTo>
                <a:cubicBezTo>
                  <a:pt x="10639182" y="3439477"/>
                  <a:pt x="10631258" y="3429114"/>
                  <a:pt x="10631258" y="3408387"/>
                </a:cubicBezTo>
                <a:lnTo>
                  <a:pt x="10631258" y="3260254"/>
                </a:lnTo>
                <a:lnTo>
                  <a:pt x="10686731" y="3260254"/>
                </a:lnTo>
                <a:lnTo>
                  <a:pt x="10697095" y="3187102"/>
                </a:lnTo>
                <a:lnTo>
                  <a:pt x="10631258" y="3187102"/>
                </a:lnTo>
                <a:close/>
                <a:moveTo>
                  <a:pt x="10412183" y="3105416"/>
                </a:moveTo>
                <a:lnTo>
                  <a:pt x="10306113" y="3118218"/>
                </a:lnTo>
                <a:lnTo>
                  <a:pt x="10306113" y="3187102"/>
                </a:lnTo>
                <a:lnTo>
                  <a:pt x="10270756" y="3187102"/>
                </a:lnTo>
                <a:lnTo>
                  <a:pt x="10270756" y="3260254"/>
                </a:lnTo>
                <a:lnTo>
                  <a:pt x="10306113" y="3260254"/>
                </a:lnTo>
                <a:lnTo>
                  <a:pt x="10306113" y="3409607"/>
                </a:lnTo>
                <a:cubicBezTo>
                  <a:pt x="10306113" y="3445776"/>
                  <a:pt x="10314849" y="3473716"/>
                  <a:pt x="10332325" y="3493426"/>
                </a:cubicBezTo>
                <a:cubicBezTo>
                  <a:pt x="10349801" y="3513137"/>
                  <a:pt x="10376419" y="3522992"/>
                  <a:pt x="10412183" y="3522992"/>
                </a:cubicBezTo>
                <a:cubicBezTo>
                  <a:pt x="10427625" y="3522992"/>
                  <a:pt x="10442967" y="3520757"/>
                  <a:pt x="10458207" y="3516286"/>
                </a:cubicBezTo>
                <a:cubicBezTo>
                  <a:pt x="10473447" y="3511816"/>
                  <a:pt x="10486756" y="3505314"/>
                  <a:pt x="10498136" y="3496779"/>
                </a:cubicBezTo>
                <a:lnTo>
                  <a:pt x="10463998" y="3431552"/>
                </a:lnTo>
                <a:cubicBezTo>
                  <a:pt x="10453839" y="3436835"/>
                  <a:pt x="10444491" y="3439477"/>
                  <a:pt x="10435957" y="3439477"/>
                </a:cubicBezTo>
                <a:cubicBezTo>
                  <a:pt x="10420107" y="3439477"/>
                  <a:pt x="10412183" y="3429114"/>
                  <a:pt x="10412183" y="3408387"/>
                </a:cubicBezTo>
                <a:lnTo>
                  <a:pt x="10412183" y="3260254"/>
                </a:lnTo>
                <a:lnTo>
                  <a:pt x="10467656" y="3260254"/>
                </a:lnTo>
                <a:lnTo>
                  <a:pt x="10478020" y="3187102"/>
                </a:lnTo>
                <a:lnTo>
                  <a:pt x="10412183" y="3187102"/>
                </a:lnTo>
                <a:close/>
                <a:moveTo>
                  <a:pt x="7259408" y="3105416"/>
                </a:moveTo>
                <a:lnTo>
                  <a:pt x="7153337" y="3118218"/>
                </a:lnTo>
                <a:lnTo>
                  <a:pt x="7153337" y="3187102"/>
                </a:lnTo>
                <a:lnTo>
                  <a:pt x="7117980" y="3187102"/>
                </a:lnTo>
                <a:lnTo>
                  <a:pt x="7117980" y="3260254"/>
                </a:lnTo>
                <a:lnTo>
                  <a:pt x="7153337" y="3260254"/>
                </a:lnTo>
                <a:lnTo>
                  <a:pt x="7153337" y="3409607"/>
                </a:lnTo>
                <a:cubicBezTo>
                  <a:pt x="7153337" y="3445776"/>
                  <a:pt x="7162075" y="3473716"/>
                  <a:pt x="7179550" y="3493426"/>
                </a:cubicBezTo>
                <a:cubicBezTo>
                  <a:pt x="7197025" y="3513137"/>
                  <a:pt x="7223644" y="3522992"/>
                  <a:pt x="7259408" y="3522992"/>
                </a:cubicBezTo>
                <a:cubicBezTo>
                  <a:pt x="7274851" y="3522992"/>
                  <a:pt x="7290192" y="3520757"/>
                  <a:pt x="7305433" y="3516286"/>
                </a:cubicBezTo>
                <a:cubicBezTo>
                  <a:pt x="7320672" y="3511816"/>
                  <a:pt x="7333982" y="3505314"/>
                  <a:pt x="7345361" y="3496779"/>
                </a:cubicBezTo>
                <a:lnTo>
                  <a:pt x="7311224" y="3431552"/>
                </a:lnTo>
                <a:cubicBezTo>
                  <a:pt x="7301063" y="3436835"/>
                  <a:pt x="7291717" y="3439477"/>
                  <a:pt x="7283182" y="3439477"/>
                </a:cubicBezTo>
                <a:cubicBezTo>
                  <a:pt x="7267333" y="3439477"/>
                  <a:pt x="7259408" y="3429114"/>
                  <a:pt x="7259408" y="3408387"/>
                </a:cubicBezTo>
                <a:lnTo>
                  <a:pt x="7259408" y="3260254"/>
                </a:lnTo>
                <a:lnTo>
                  <a:pt x="7314881" y="3260254"/>
                </a:lnTo>
                <a:lnTo>
                  <a:pt x="7325244" y="3187102"/>
                </a:lnTo>
                <a:lnTo>
                  <a:pt x="7259408" y="3187102"/>
                </a:lnTo>
                <a:close/>
                <a:moveTo>
                  <a:pt x="1630133" y="3105416"/>
                </a:moveTo>
                <a:lnTo>
                  <a:pt x="1524063" y="3118218"/>
                </a:lnTo>
                <a:lnTo>
                  <a:pt x="1524063" y="3187102"/>
                </a:lnTo>
                <a:lnTo>
                  <a:pt x="1488706" y="3187102"/>
                </a:lnTo>
                <a:lnTo>
                  <a:pt x="1488706" y="3260254"/>
                </a:lnTo>
                <a:lnTo>
                  <a:pt x="1524063" y="3260254"/>
                </a:lnTo>
                <a:lnTo>
                  <a:pt x="1524063" y="3409607"/>
                </a:lnTo>
                <a:cubicBezTo>
                  <a:pt x="1524063" y="3445776"/>
                  <a:pt x="1532801" y="3473716"/>
                  <a:pt x="1550276" y="3493426"/>
                </a:cubicBezTo>
                <a:cubicBezTo>
                  <a:pt x="1567751" y="3513137"/>
                  <a:pt x="1594370" y="3522992"/>
                  <a:pt x="1630133" y="3522992"/>
                </a:cubicBezTo>
                <a:cubicBezTo>
                  <a:pt x="1645577" y="3522992"/>
                  <a:pt x="1660918" y="3520757"/>
                  <a:pt x="1676158" y="3516286"/>
                </a:cubicBezTo>
                <a:cubicBezTo>
                  <a:pt x="1691398" y="3511816"/>
                  <a:pt x="1704708" y="3505314"/>
                  <a:pt x="1716087" y="3496779"/>
                </a:cubicBezTo>
                <a:lnTo>
                  <a:pt x="1681949" y="3431552"/>
                </a:lnTo>
                <a:cubicBezTo>
                  <a:pt x="1671789" y="3436835"/>
                  <a:pt x="1662442" y="3439477"/>
                  <a:pt x="1653908" y="3439477"/>
                </a:cubicBezTo>
                <a:cubicBezTo>
                  <a:pt x="1638058" y="3439477"/>
                  <a:pt x="1630133" y="3429114"/>
                  <a:pt x="1630133" y="3408387"/>
                </a:cubicBezTo>
                <a:lnTo>
                  <a:pt x="1630133" y="3260254"/>
                </a:lnTo>
                <a:lnTo>
                  <a:pt x="1685607" y="3260254"/>
                </a:lnTo>
                <a:lnTo>
                  <a:pt x="1695970" y="3187102"/>
                </a:lnTo>
                <a:lnTo>
                  <a:pt x="1630133" y="3187102"/>
                </a:lnTo>
                <a:close/>
                <a:moveTo>
                  <a:pt x="9060547" y="3088347"/>
                </a:moveTo>
                <a:lnTo>
                  <a:pt x="9060547" y="3512019"/>
                </a:lnTo>
                <a:lnTo>
                  <a:pt x="9170884" y="3512019"/>
                </a:lnTo>
                <a:lnTo>
                  <a:pt x="9170884" y="3354742"/>
                </a:lnTo>
                <a:lnTo>
                  <a:pt x="9194659" y="3354742"/>
                </a:lnTo>
                <a:lnTo>
                  <a:pt x="9267811" y="3512019"/>
                </a:lnTo>
                <a:lnTo>
                  <a:pt x="9386683" y="3512019"/>
                </a:lnTo>
                <a:lnTo>
                  <a:pt x="9292804" y="3334016"/>
                </a:lnTo>
                <a:cubicBezTo>
                  <a:pt x="9338728" y="3311258"/>
                  <a:pt x="9361689" y="3273259"/>
                  <a:pt x="9361689" y="3220021"/>
                </a:cubicBezTo>
                <a:cubicBezTo>
                  <a:pt x="9361689" y="3132238"/>
                  <a:pt x="9305403" y="3088347"/>
                  <a:pt x="9192830" y="3088347"/>
                </a:cubicBezTo>
                <a:close/>
                <a:moveTo>
                  <a:pt x="3707499" y="3088347"/>
                </a:moveTo>
                <a:lnTo>
                  <a:pt x="3707499" y="3512019"/>
                </a:lnTo>
                <a:lnTo>
                  <a:pt x="3817836" y="3512019"/>
                </a:lnTo>
                <a:lnTo>
                  <a:pt x="3817836" y="3354742"/>
                </a:lnTo>
                <a:lnTo>
                  <a:pt x="3841610" y="3354742"/>
                </a:lnTo>
                <a:lnTo>
                  <a:pt x="3914762" y="3512019"/>
                </a:lnTo>
                <a:lnTo>
                  <a:pt x="4033634" y="3512019"/>
                </a:lnTo>
                <a:lnTo>
                  <a:pt x="3939756" y="3334016"/>
                </a:lnTo>
                <a:cubicBezTo>
                  <a:pt x="3985680" y="3311258"/>
                  <a:pt x="4008641" y="3273259"/>
                  <a:pt x="4008641" y="3220021"/>
                </a:cubicBezTo>
                <a:cubicBezTo>
                  <a:pt x="4008641" y="3132238"/>
                  <a:pt x="3952355" y="3088347"/>
                  <a:pt x="3839782" y="3088347"/>
                </a:cubicBezTo>
                <a:close/>
                <a:moveTo>
                  <a:pt x="766254" y="3077374"/>
                </a:moveTo>
                <a:cubicBezTo>
                  <a:pt x="738619" y="3077374"/>
                  <a:pt x="713625" y="3082556"/>
                  <a:pt x="691273" y="3092919"/>
                </a:cubicBezTo>
                <a:cubicBezTo>
                  <a:pt x="668921" y="3103282"/>
                  <a:pt x="651345" y="3118014"/>
                  <a:pt x="638543" y="3137115"/>
                </a:cubicBezTo>
                <a:cubicBezTo>
                  <a:pt x="625741" y="3156216"/>
                  <a:pt x="619340" y="3178365"/>
                  <a:pt x="619340" y="3203562"/>
                </a:cubicBezTo>
                <a:cubicBezTo>
                  <a:pt x="619340" y="3234448"/>
                  <a:pt x="628281" y="3260051"/>
                  <a:pt x="646163" y="3280371"/>
                </a:cubicBezTo>
                <a:cubicBezTo>
                  <a:pt x="664045" y="3300691"/>
                  <a:pt x="694728" y="3319182"/>
                  <a:pt x="738212" y="3335845"/>
                </a:cubicBezTo>
                <a:cubicBezTo>
                  <a:pt x="762190" y="3344786"/>
                  <a:pt x="778649" y="3353523"/>
                  <a:pt x="787590" y="3362058"/>
                </a:cubicBezTo>
                <a:cubicBezTo>
                  <a:pt x="796531" y="3370592"/>
                  <a:pt x="801001" y="3381971"/>
                  <a:pt x="801001" y="3396195"/>
                </a:cubicBezTo>
                <a:cubicBezTo>
                  <a:pt x="801001" y="3410419"/>
                  <a:pt x="796632" y="3421798"/>
                  <a:pt x="787895" y="3430333"/>
                </a:cubicBezTo>
                <a:cubicBezTo>
                  <a:pt x="779157" y="3438867"/>
                  <a:pt x="766254" y="3443134"/>
                  <a:pt x="749185" y="3443134"/>
                </a:cubicBezTo>
                <a:cubicBezTo>
                  <a:pt x="732523" y="3443134"/>
                  <a:pt x="716775" y="3439680"/>
                  <a:pt x="701941" y="3432771"/>
                </a:cubicBezTo>
                <a:cubicBezTo>
                  <a:pt x="687108" y="3425863"/>
                  <a:pt x="671969" y="3415906"/>
                  <a:pt x="656526" y="3402901"/>
                </a:cubicBezTo>
                <a:lnTo>
                  <a:pt x="603491" y="3461422"/>
                </a:lnTo>
                <a:cubicBezTo>
                  <a:pt x="642912" y="3502469"/>
                  <a:pt x="693712" y="3522992"/>
                  <a:pt x="755891" y="3522992"/>
                </a:cubicBezTo>
                <a:cubicBezTo>
                  <a:pt x="788809" y="3522992"/>
                  <a:pt x="817257" y="3517302"/>
                  <a:pt x="841235" y="3505923"/>
                </a:cubicBezTo>
                <a:cubicBezTo>
                  <a:pt x="865213" y="3494544"/>
                  <a:pt x="883602" y="3478593"/>
                  <a:pt x="896404" y="3458070"/>
                </a:cubicBezTo>
                <a:cubicBezTo>
                  <a:pt x="909205" y="3437546"/>
                  <a:pt x="915606" y="3413874"/>
                  <a:pt x="915606" y="3387051"/>
                </a:cubicBezTo>
                <a:cubicBezTo>
                  <a:pt x="915606" y="3362261"/>
                  <a:pt x="911440" y="3341433"/>
                  <a:pt x="903109" y="3324567"/>
                </a:cubicBezTo>
                <a:cubicBezTo>
                  <a:pt x="894778" y="3307702"/>
                  <a:pt x="882586" y="3293579"/>
                  <a:pt x="866533" y="3282200"/>
                </a:cubicBezTo>
                <a:cubicBezTo>
                  <a:pt x="850480" y="3270821"/>
                  <a:pt x="829246" y="3259848"/>
                  <a:pt x="802830" y="3249282"/>
                </a:cubicBezTo>
                <a:cubicBezTo>
                  <a:pt x="783729" y="3241966"/>
                  <a:pt x="769302" y="3235769"/>
                  <a:pt x="759549" y="3230689"/>
                </a:cubicBezTo>
                <a:cubicBezTo>
                  <a:pt x="749795" y="3225609"/>
                  <a:pt x="742886" y="3220326"/>
                  <a:pt x="738822" y="3214839"/>
                </a:cubicBezTo>
                <a:cubicBezTo>
                  <a:pt x="734758" y="3209353"/>
                  <a:pt x="732726" y="3202546"/>
                  <a:pt x="732726" y="3194418"/>
                </a:cubicBezTo>
                <a:cubicBezTo>
                  <a:pt x="732726" y="3182632"/>
                  <a:pt x="736587" y="3173386"/>
                  <a:pt x="744309" y="3166681"/>
                </a:cubicBezTo>
                <a:cubicBezTo>
                  <a:pt x="752030" y="3159975"/>
                  <a:pt x="763206" y="3156622"/>
                  <a:pt x="777837" y="3156622"/>
                </a:cubicBezTo>
                <a:cubicBezTo>
                  <a:pt x="805065" y="3156622"/>
                  <a:pt x="831685" y="3168002"/>
                  <a:pt x="857694" y="3190760"/>
                </a:cubicBezTo>
                <a:lnTo>
                  <a:pt x="905852" y="3133458"/>
                </a:lnTo>
                <a:cubicBezTo>
                  <a:pt x="887971" y="3114763"/>
                  <a:pt x="867651" y="3100742"/>
                  <a:pt x="844893" y="3091395"/>
                </a:cubicBezTo>
                <a:cubicBezTo>
                  <a:pt x="822134" y="3082048"/>
                  <a:pt x="795921" y="3077374"/>
                  <a:pt x="766254" y="3077374"/>
                </a:cubicBezTo>
                <a:close/>
                <a:moveTo>
                  <a:pt x="8462758" y="3048114"/>
                </a:moveTo>
                <a:lnTo>
                  <a:pt x="8462758" y="3204171"/>
                </a:lnTo>
                <a:cubicBezTo>
                  <a:pt x="8446096" y="3185477"/>
                  <a:pt x="8424353" y="3176130"/>
                  <a:pt x="8397530" y="3176130"/>
                </a:cubicBezTo>
                <a:cubicBezTo>
                  <a:pt x="8373554" y="3176130"/>
                  <a:pt x="8352421" y="3183242"/>
                  <a:pt x="8334133" y="3197466"/>
                </a:cubicBezTo>
                <a:cubicBezTo>
                  <a:pt x="8315844" y="3211690"/>
                  <a:pt x="8301621" y="3231908"/>
                  <a:pt x="8291460" y="3258121"/>
                </a:cubicBezTo>
                <a:cubicBezTo>
                  <a:pt x="8281300" y="3284334"/>
                  <a:pt x="8276221" y="3314509"/>
                  <a:pt x="8276221" y="3348646"/>
                </a:cubicBezTo>
                <a:cubicBezTo>
                  <a:pt x="8276221" y="3403917"/>
                  <a:pt x="8285669" y="3446792"/>
                  <a:pt x="8304567" y="3477272"/>
                </a:cubicBezTo>
                <a:cubicBezTo>
                  <a:pt x="8323464" y="3507752"/>
                  <a:pt x="8351201" y="3522992"/>
                  <a:pt x="8387777" y="3522992"/>
                </a:cubicBezTo>
                <a:cubicBezTo>
                  <a:pt x="8421914" y="3522992"/>
                  <a:pt x="8449550" y="3507752"/>
                  <a:pt x="8470683" y="3477272"/>
                </a:cubicBezTo>
                <a:lnTo>
                  <a:pt x="8474340" y="3512019"/>
                </a:lnTo>
                <a:lnTo>
                  <a:pt x="8568828" y="3512019"/>
                </a:lnTo>
                <a:lnTo>
                  <a:pt x="8568828" y="3059086"/>
                </a:lnTo>
                <a:close/>
                <a:moveTo>
                  <a:pt x="6681583" y="3048114"/>
                </a:moveTo>
                <a:lnTo>
                  <a:pt x="6681583" y="3204171"/>
                </a:lnTo>
                <a:cubicBezTo>
                  <a:pt x="6664921" y="3185477"/>
                  <a:pt x="6643178" y="3176130"/>
                  <a:pt x="6616356" y="3176130"/>
                </a:cubicBezTo>
                <a:cubicBezTo>
                  <a:pt x="6592379" y="3176130"/>
                  <a:pt x="6571246" y="3183242"/>
                  <a:pt x="6552958" y="3197466"/>
                </a:cubicBezTo>
                <a:cubicBezTo>
                  <a:pt x="6534669" y="3211690"/>
                  <a:pt x="6520446" y="3231908"/>
                  <a:pt x="6510285" y="3258121"/>
                </a:cubicBezTo>
                <a:cubicBezTo>
                  <a:pt x="6500125" y="3284334"/>
                  <a:pt x="6495046" y="3314509"/>
                  <a:pt x="6495046" y="3348646"/>
                </a:cubicBezTo>
                <a:cubicBezTo>
                  <a:pt x="6495046" y="3403917"/>
                  <a:pt x="6504494" y="3446792"/>
                  <a:pt x="6523392" y="3477272"/>
                </a:cubicBezTo>
                <a:cubicBezTo>
                  <a:pt x="6542289" y="3507752"/>
                  <a:pt x="6570026" y="3522992"/>
                  <a:pt x="6606602" y="3522992"/>
                </a:cubicBezTo>
                <a:cubicBezTo>
                  <a:pt x="6640740" y="3522992"/>
                  <a:pt x="6668375" y="3507752"/>
                  <a:pt x="6689508" y="3477272"/>
                </a:cubicBezTo>
                <a:lnTo>
                  <a:pt x="6693165" y="3512019"/>
                </a:lnTo>
                <a:lnTo>
                  <a:pt x="6787653" y="3512019"/>
                </a:lnTo>
                <a:lnTo>
                  <a:pt x="6787653" y="3059086"/>
                </a:lnTo>
                <a:close/>
                <a:moveTo>
                  <a:pt x="3119234" y="3048114"/>
                </a:moveTo>
                <a:lnTo>
                  <a:pt x="3119234" y="3204171"/>
                </a:lnTo>
                <a:cubicBezTo>
                  <a:pt x="3102572" y="3185477"/>
                  <a:pt x="3080830" y="3176130"/>
                  <a:pt x="3054007" y="3176130"/>
                </a:cubicBezTo>
                <a:cubicBezTo>
                  <a:pt x="3030029" y="3176130"/>
                  <a:pt x="3008896" y="3183242"/>
                  <a:pt x="2990609" y="3197466"/>
                </a:cubicBezTo>
                <a:cubicBezTo>
                  <a:pt x="2972321" y="3211690"/>
                  <a:pt x="2958096" y="3231908"/>
                  <a:pt x="2947937" y="3258121"/>
                </a:cubicBezTo>
                <a:cubicBezTo>
                  <a:pt x="2937776" y="3284334"/>
                  <a:pt x="2932696" y="3314509"/>
                  <a:pt x="2932696" y="3348646"/>
                </a:cubicBezTo>
                <a:cubicBezTo>
                  <a:pt x="2932696" y="3403917"/>
                  <a:pt x="2942146" y="3446792"/>
                  <a:pt x="2961043" y="3477272"/>
                </a:cubicBezTo>
                <a:cubicBezTo>
                  <a:pt x="2979941" y="3507752"/>
                  <a:pt x="3007677" y="3522992"/>
                  <a:pt x="3044253" y="3522992"/>
                </a:cubicBezTo>
                <a:cubicBezTo>
                  <a:pt x="3078391" y="3522992"/>
                  <a:pt x="3106027" y="3507752"/>
                  <a:pt x="3127159" y="3477272"/>
                </a:cubicBezTo>
                <a:lnTo>
                  <a:pt x="3130816" y="3512019"/>
                </a:lnTo>
                <a:lnTo>
                  <a:pt x="3225304" y="3512019"/>
                </a:lnTo>
                <a:lnTo>
                  <a:pt x="3225304" y="3059086"/>
                </a:lnTo>
                <a:close/>
                <a:moveTo>
                  <a:pt x="7416913" y="3013367"/>
                </a:moveTo>
                <a:cubicBezTo>
                  <a:pt x="7399437" y="3013367"/>
                  <a:pt x="7385112" y="3018954"/>
                  <a:pt x="7373936" y="3030131"/>
                </a:cubicBezTo>
                <a:cubicBezTo>
                  <a:pt x="7362761" y="3041306"/>
                  <a:pt x="7357172" y="3055226"/>
                  <a:pt x="7357172" y="3071888"/>
                </a:cubicBezTo>
                <a:cubicBezTo>
                  <a:pt x="7357172" y="3088957"/>
                  <a:pt x="7362761" y="3102978"/>
                  <a:pt x="7373936" y="3113950"/>
                </a:cubicBezTo>
                <a:cubicBezTo>
                  <a:pt x="7385112" y="3124923"/>
                  <a:pt x="7399437" y="3130410"/>
                  <a:pt x="7416913" y="3130410"/>
                </a:cubicBezTo>
                <a:cubicBezTo>
                  <a:pt x="7434388" y="3130410"/>
                  <a:pt x="7448714" y="3124923"/>
                  <a:pt x="7459890" y="3113950"/>
                </a:cubicBezTo>
                <a:cubicBezTo>
                  <a:pt x="7471066" y="3102978"/>
                  <a:pt x="7476654" y="3088957"/>
                  <a:pt x="7476654" y="3071888"/>
                </a:cubicBezTo>
                <a:cubicBezTo>
                  <a:pt x="7476654" y="3055226"/>
                  <a:pt x="7471066" y="3041306"/>
                  <a:pt x="7459890" y="3030131"/>
                </a:cubicBezTo>
                <a:cubicBezTo>
                  <a:pt x="7448714" y="3018954"/>
                  <a:pt x="7434388" y="3013367"/>
                  <a:pt x="7416913" y="3013367"/>
                </a:cubicBezTo>
                <a:close/>
                <a:moveTo>
                  <a:pt x="1831530" y="2999955"/>
                </a:moveTo>
                <a:lnTo>
                  <a:pt x="1790687" y="3076155"/>
                </a:lnTo>
                <a:lnTo>
                  <a:pt x="1927237" y="3134677"/>
                </a:lnTo>
                <a:lnTo>
                  <a:pt x="1955889" y="30828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MA" sz="4800" b="1" dirty="0">
              <a:latin typeface="Fira Sans Condensed ExtraBold" panose="020B0903050000020004" pitchFamily="34" charset="0"/>
            </a:endParaRPr>
          </a:p>
        </p:txBody>
      </p:sp>
      <p:pic>
        <p:nvPicPr>
          <p:cNvPr id="56" name="Picture 2" descr="Faculté des Sciences Ben M'Sick – Faculté des Sciences Ben M'Sick">
            <a:extLst>
              <a:ext uri="{FF2B5EF4-FFF2-40B4-BE49-F238E27FC236}">
                <a16:creationId xmlns:a16="http://schemas.microsoft.com/office/drawing/2014/main" id="{B9CB33CE-7D92-4609-AC71-DC67F5D33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168" y="95250"/>
            <a:ext cx="2645532" cy="103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672EC924-040A-4007-90FC-F0ED9FEB1047}"/>
              </a:ext>
            </a:extLst>
          </p:cNvPr>
          <p:cNvGrpSpPr/>
          <p:nvPr/>
        </p:nvGrpSpPr>
        <p:grpSpPr>
          <a:xfrm>
            <a:off x="1854676" y="5372933"/>
            <a:ext cx="3542076" cy="879946"/>
            <a:chOff x="464027" y="5027219"/>
            <a:chExt cx="3318024" cy="2378522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EA59B822-2966-47C0-8CF2-1EE1D41EEAA2}"/>
                </a:ext>
              </a:extLst>
            </p:cNvPr>
            <p:cNvSpPr/>
            <p:nvPr/>
          </p:nvSpPr>
          <p:spPr>
            <a:xfrm>
              <a:off x="464027" y="5078016"/>
              <a:ext cx="3306323" cy="2327725"/>
            </a:xfrm>
            <a:prstGeom prst="roundRect">
              <a:avLst/>
            </a:prstGeom>
            <a:solidFill>
              <a:srgbClr val="04FE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9" name="Google Shape;56;p15">
              <a:extLst>
                <a:ext uri="{FF2B5EF4-FFF2-40B4-BE49-F238E27FC236}">
                  <a16:creationId xmlns:a16="http://schemas.microsoft.com/office/drawing/2014/main" id="{FF7EE120-4523-4840-9466-4AED4097527B}"/>
                </a:ext>
              </a:extLst>
            </p:cNvPr>
            <p:cNvSpPr txBox="1">
              <a:spLocks/>
            </p:cNvSpPr>
            <p:nvPr/>
          </p:nvSpPr>
          <p:spPr>
            <a:xfrm>
              <a:off x="552939" y="5027219"/>
              <a:ext cx="3229112" cy="2378521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MA" sz="1600" b="1" dirty="0">
                  <a:latin typeface="Fira Sans" panose="020B0604020202020204" pitchFamily="34" charset="0"/>
                </a:rPr>
                <a:t>Réaliser par :</a:t>
              </a:r>
              <a:endParaRPr lang="fr-MA" sz="1600" b="1" dirty="0">
                <a:solidFill>
                  <a:srgbClr val="0077B6"/>
                </a:solidFill>
                <a:latin typeface="Fira Sans" panose="020B0604020202020204" pitchFamily="34" charset="0"/>
              </a:endParaRP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EL KAISSOUNI El Mehdi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07A6DAB-3D5A-4C74-8314-116D206CCE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50" y="0"/>
            <a:ext cx="2116854" cy="21168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F30642-94D4-4388-B33E-A7E3BD389E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2283" y="427754"/>
            <a:ext cx="1603339" cy="16351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F3EA6B-1148-464C-89F5-AA562E533F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82" y="124417"/>
            <a:ext cx="1938457" cy="19384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324856-5C2E-41DA-B96C-B989944B74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579" y="4206077"/>
            <a:ext cx="2172874" cy="21728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A33A5E-B4B6-4FEF-8530-A07A796A1B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595" y="4280466"/>
            <a:ext cx="1645907" cy="16459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52731E-24B6-41C7-89D0-1B8096D3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9773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394F88A1-05D9-445D-BBDB-E16036C9CAA5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C6954E-8F26-45AB-8449-9A9E02423933}"/>
              </a:ext>
            </a:extLst>
          </p:cNvPr>
          <p:cNvGrpSpPr/>
          <p:nvPr/>
        </p:nvGrpSpPr>
        <p:grpSpPr>
          <a:xfrm>
            <a:off x="3864882" y="402924"/>
            <a:ext cx="7143750" cy="704165"/>
            <a:chOff x="171450" y="800785"/>
            <a:chExt cx="9940123" cy="70416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EF3D2E-CF35-421F-B1D3-CEE8E311B96E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E0ECF4-07BB-443A-ACF4-B2854A232F12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Introduction au Système de Recommandation de Recettes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pic>
        <p:nvPicPr>
          <p:cNvPr id="10" name="Picture 2" descr="Faculté des Sciences Ben M'Sick – Faculté des Sciences Ben M'Sick">
            <a:extLst>
              <a:ext uri="{FF2B5EF4-FFF2-40B4-BE49-F238E27FC236}">
                <a16:creationId xmlns:a16="http://schemas.microsoft.com/office/drawing/2014/main" id="{19BC17A4-4859-4D8F-9852-937B1961C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368" y="-2987959"/>
            <a:ext cx="2645532" cy="103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FB60132-3AA2-457E-AE88-E1A081E923E9}"/>
              </a:ext>
            </a:extLst>
          </p:cNvPr>
          <p:cNvSpPr txBox="1"/>
          <p:nvPr/>
        </p:nvSpPr>
        <p:spPr>
          <a:xfrm>
            <a:off x="72570" y="17087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Introduction 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3BA43A-2967-4F94-A125-E54978F9D5B5}"/>
              </a:ext>
            </a:extLst>
          </p:cNvPr>
          <p:cNvSpPr/>
          <p:nvPr/>
        </p:nvSpPr>
        <p:spPr>
          <a:xfrm>
            <a:off x="2971800" y="1254634"/>
            <a:ext cx="8929914" cy="508686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F4A991-BB29-4BAB-BB9F-B1209222DD8C}"/>
              </a:ext>
            </a:extLst>
          </p:cNvPr>
          <p:cNvSpPr txBox="1"/>
          <p:nvPr/>
        </p:nvSpPr>
        <p:spPr>
          <a:xfrm>
            <a:off x="3656770" y="1984177"/>
            <a:ext cx="8247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outil qui suggère des éléments pertinents à un utilisateur (produits, films, musiques, etc.).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But : Améliorer l'expérience utilisateur en proposant du contenu personnalisé.</a:t>
            </a:r>
            <a:endParaRPr lang="fr-MA" sz="2400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385C42-5790-4A19-8FB2-F723FC045912}"/>
              </a:ext>
            </a:extLst>
          </p:cNvPr>
          <p:cNvSpPr txBox="1"/>
          <p:nvPr/>
        </p:nvSpPr>
        <p:spPr>
          <a:xfrm>
            <a:off x="3656770" y="4116876"/>
            <a:ext cx="80734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Faciliter la découverte de nouvelles recettes.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Aider les utilisateurs à cuisiner avec les ingrédients qu'ils ont sous la main.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Répondre à des besoins spécifiques (régimes alimentaires, préférences culinaires, etc.).</a:t>
            </a:r>
            <a:endParaRPr lang="fr-MA" sz="2400" b="1" dirty="0">
              <a:solidFill>
                <a:schemeClr val="bg1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C39F369-9151-4DD3-8A57-3D886B0E8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3135694"/>
            <a:ext cx="1733253" cy="173325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B93AF33-78AC-4CD3-9C21-71E89C93BA93}"/>
              </a:ext>
            </a:extLst>
          </p:cNvPr>
          <p:cNvSpPr txBox="1"/>
          <p:nvPr/>
        </p:nvSpPr>
        <p:spPr>
          <a:xfrm>
            <a:off x="267440" y="80714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Définition :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751B06-11F3-49AF-B300-C26728587DA9}"/>
              </a:ext>
            </a:extLst>
          </p:cNvPr>
          <p:cNvGrpSpPr/>
          <p:nvPr/>
        </p:nvGrpSpPr>
        <p:grpSpPr>
          <a:xfrm>
            <a:off x="-4432438" y="7842260"/>
            <a:ext cx="3542076" cy="2116854"/>
            <a:chOff x="464027" y="5027219"/>
            <a:chExt cx="3318024" cy="237852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2421865-56A2-4BDF-AAA5-89F8308EE18C}"/>
                </a:ext>
              </a:extLst>
            </p:cNvPr>
            <p:cNvSpPr/>
            <p:nvPr/>
          </p:nvSpPr>
          <p:spPr>
            <a:xfrm>
              <a:off x="464027" y="5078016"/>
              <a:ext cx="3306323" cy="2327725"/>
            </a:xfrm>
            <a:prstGeom prst="roundRect">
              <a:avLst/>
            </a:prstGeom>
            <a:solidFill>
              <a:srgbClr val="04FE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7" name="Google Shape;56;p15">
              <a:extLst>
                <a:ext uri="{FF2B5EF4-FFF2-40B4-BE49-F238E27FC236}">
                  <a16:creationId xmlns:a16="http://schemas.microsoft.com/office/drawing/2014/main" id="{26A7E2FA-885F-4068-818F-11B32810B1BE}"/>
                </a:ext>
              </a:extLst>
            </p:cNvPr>
            <p:cNvSpPr txBox="1">
              <a:spLocks/>
            </p:cNvSpPr>
            <p:nvPr/>
          </p:nvSpPr>
          <p:spPr>
            <a:xfrm>
              <a:off x="552939" y="5027219"/>
              <a:ext cx="3229112" cy="2378521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MA" sz="1600" b="1" dirty="0">
                  <a:latin typeface="Fira Sans" panose="020B0604020202020204" pitchFamily="34" charset="0"/>
                </a:rPr>
                <a:t>Réaliser par :</a:t>
              </a:r>
              <a:endParaRPr lang="fr-MA" sz="1600" b="1" dirty="0">
                <a:solidFill>
                  <a:srgbClr val="0077B6"/>
                </a:solidFill>
                <a:latin typeface="Fira Sans" panose="020B0604020202020204" pitchFamily="34" charset="0"/>
              </a:endParaRP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ELKAISSOUNI </a:t>
              </a:r>
              <a:r>
                <a:rPr lang="fr-MA" sz="1800" b="1" dirty="0" err="1">
                  <a:solidFill>
                    <a:schemeClr val="bg1"/>
                  </a:solidFill>
                  <a:latin typeface="Fira Sans" panose="020B0604020202020204" pitchFamily="34" charset="0"/>
                </a:rPr>
                <a:t>ElMehdi</a:t>
              </a:r>
              <a:endParaRPr lang="fr-MA" sz="1800" b="1" dirty="0">
                <a:solidFill>
                  <a:schemeClr val="bg1"/>
                </a:solidFill>
                <a:latin typeface="Fira Sans" panose="020B0604020202020204" pitchFamily="34" charset="0"/>
              </a:endParaRP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BENICHE Mohamed Fadel</a:t>
              </a: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EL OUADIH Ossama</a:t>
              </a: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EL MANSOUR NIAMA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D23813AF-A4C3-4547-AFBF-71CAA959D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50" y="-5250428"/>
            <a:ext cx="2116854" cy="211685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4DB5850-4E0D-468F-A268-69CF562042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2283" y="-3554311"/>
            <a:ext cx="1603339" cy="163512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7D03F8A-C211-4962-8743-399A85E82E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0114" y="-5524593"/>
            <a:ext cx="1629056" cy="162905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8AAB0A6-C690-451D-A03E-BE837FDA98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602" y="8807575"/>
            <a:ext cx="2172874" cy="217287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B4BC177-21EE-4DAD-A28E-0FE860BFC3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18" y="8881964"/>
            <a:ext cx="1645907" cy="164590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C584F661-DE32-4F0E-967B-633BF8616A4D}"/>
              </a:ext>
            </a:extLst>
          </p:cNvPr>
          <p:cNvGrpSpPr/>
          <p:nvPr/>
        </p:nvGrpSpPr>
        <p:grpSpPr>
          <a:xfrm>
            <a:off x="3183907" y="3553837"/>
            <a:ext cx="7222835" cy="615455"/>
            <a:chOff x="3183909" y="3553837"/>
            <a:chExt cx="4207038" cy="61545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3E7561F7-71B9-4558-B087-9AE2546CF582}"/>
                </a:ext>
              </a:extLst>
            </p:cNvPr>
            <p:cNvSpPr/>
            <p:nvPr/>
          </p:nvSpPr>
          <p:spPr>
            <a:xfrm>
              <a:off x="3183909" y="3553837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6654CB5-A16E-4474-A418-2055A7046E82}"/>
                </a:ext>
              </a:extLst>
            </p:cNvPr>
            <p:cNvSpPr txBox="1"/>
            <p:nvPr/>
          </p:nvSpPr>
          <p:spPr>
            <a:xfrm>
              <a:off x="3192690" y="3617805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Pourquoi un système de recommandation de recettes?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0AF5D0-CAD6-4C17-84D0-6F0839E76C13}"/>
              </a:ext>
            </a:extLst>
          </p:cNvPr>
          <p:cNvGrpSpPr/>
          <p:nvPr/>
        </p:nvGrpSpPr>
        <p:grpSpPr>
          <a:xfrm>
            <a:off x="3181110" y="1382833"/>
            <a:ext cx="6094511" cy="615455"/>
            <a:chOff x="3181111" y="1382833"/>
            <a:chExt cx="4201056" cy="61545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0A86A10-39E6-4C80-B36F-CD4639A778F6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ED6A94B-8A2C-4925-97D5-0F3277AFA015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Qu'est-ce qu'un système de recommandation?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BBB25D1-4388-47B0-9FE5-F4D0FB077B08}"/>
              </a:ext>
            </a:extLst>
          </p:cNvPr>
          <p:cNvGrpSpPr/>
          <p:nvPr/>
        </p:nvGrpSpPr>
        <p:grpSpPr>
          <a:xfrm>
            <a:off x="12981950" y="8506267"/>
            <a:ext cx="3423487" cy="1198650"/>
            <a:chOff x="8409950" y="5027220"/>
            <a:chExt cx="3423487" cy="1198650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DB04679-7F51-4EAA-AE6B-93216F7EC0ED}"/>
                </a:ext>
              </a:extLst>
            </p:cNvPr>
            <p:cNvSpPr/>
            <p:nvPr/>
          </p:nvSpPr>
          <p:spPr>
            <a:xfrm>
              <a:off x="8409950" y="5078016"/>
              <a:ext cx="3415556" cy="1007991"/>
            </a:xfrm>
            <a:prstGeom prst="roundRect">
              <a:avLst/>
            </a:prstGeom>
            <a:solidFill>
              <a:srgbClr val="04FE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66" name="Google Shape;56;p15">
              <a:extLst>
                <a:ext uri="{FF2B5EF4-FFF2-40B4-BE49-F238E27FC236}">
                  <a16:creationId xmlns:a16="http://schemas.microsoft.com/office/drawing/2014/main" id="{564636CE-7434-4BDE-9173-E57C256B9FFC}"/>
                </a:ext>
              </a:extLst>
            </p:cNvPr>
            <p:cNvSpPr txBox="1">
              <a:spLocks/>
            </p:cNvSpPr>
            <p:nvPr/>
          </p:nvSpPr>
          <p:spPr>
            <a:xfrm>
              <a:off x="8473953" y="5027220"/>
              <a:ext cx="3359484" cy="1198650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MA" sz="1600" b="1" dirty="0">
                  <a:latin typeface="Fira Sans" panose="020B0604020202020204" pitchFamily="34" charset="0"/>
                </a:rPr>
                <a:t>Encadré par :</a:t>
              </a:r>
            </a:p>
            <a:p>
              <a:pPr marL="457200" lvl="1" indent="0">
                <a:buNone/>
              </a:pPr>
              <a:r>
                <a:rPr lang="fr-MA" sz="1800" b="1" dirty="0">
                  <a:solidFill>
                    <a:schemeClr val="bg1"/>
                  </a:solidFill>
                  <a:latin typeface="Fira Sans" panose="020B0604020202020204" pitchFamily="34" charset="0"/>
                </a:rPr>
                <a:t>Pr. Saïd </a:t>
              </a:r>
              <a:r>
                <a:rPr lang="fr-MA" sz="1800" b="1" dirty="0" err="1">
                  <a:solidFill>
                    <a:schemeClr val="bg1"/>
                  </a:solidFill>
                  <a:latin typeface="Fira Sans" panose="020B0604020202020204" pitchFamily="34" charset="0"/>
                </a:rPr>
                <a:t>nouh</a:t>
              </a:r>
              <a:endParaRPr lang="fr-MA" sz="1800" b="1" dirty="0">
                <a:solidFill>
                  <a:schemeClr val="bg1"/>
                </a:solidFill>
                <a:latin typeface="Fira Sans" panose="020B0604020202020204" pitchFamily="34" charset="0"/>
              </a:endParaRPr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088C00CE-7CE0-41AE-9679-4F1B03E9CF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831" y="300313"/>
            <a:ext cx="806776" cy="8067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453D00-A78E-43DB-A198-A0F54249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3333456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58">
            <a:extLst>
              <a:ext uri="{FF2B5EF4-FFF2-40B4-BE49-F238E27FC236}">
                <a16:creationId xmlns:a16="http://schemas.microsoft.com/office/drawing/2014/main" id="{FE7DC01C-4BEF-4070-99F2-ADBE9F81D31A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C6954E-8F26-45AB-8449-9A9E02423933}"/>
              </a:ext>
            </a:extLst>
          </p:cNvPr>
          <p:cNvGrpSpPr/>
          <p:nvPr/>
        </p:nvGrpSpPr>
        <p:grpSpPr>
          <a:xfrm>
            <a:off x="3864882" y="402924"/>
            <a:ext cx="7143750" cy="704165"/>
            <a:chOff x="171450" y="800785"/>
            <a:chExt cx="9940123" cy="70416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EF3D2E-CF35-421F-B1D3-CEE8E311B96E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E0ECF4-07BB-443A-ACF4-B2854A232F12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Introduction au Système de Recommandation de Recettes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60132-3AA2-457E-AE88-E1A081E923E9}"/>
              </a:ext>
            </a:extLst>
          </p:cNvPr>
          <p:cNvSpPr txBox="1"/>
          <p:nvPr/>
        </p:nvSpPr>
        <p:spPr>
          <a:xfrm>
            <a:off x="72570" y="17087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Introduction 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3BA43A-2967-4F94-A125-E54978F9D5B5}"/>
              </a:ext>
            </a:extLst>
          </p:cNvPr>
          <p:cNvSpPr/>
          <p:nvPr/>
        </p:nvSpPr>
        <p:spPr>
          <a:xfrm>
            <a:off x="2971800" y="1254634"/>
            <a:ext cx="8929914" cy="50868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F4A991-BB29-4BAB-BB9F-B1209222DD8C}"/>
              </a:ext>
            </a:extLst>
          </p:cNvPr>
          <p:cNvSpPr txBox="1"/>
          <p:nvPr/>
        </p:nvSpPr>
        <p:spPr>
          <a:xfrm>
            <a:off x="3656770" y="2060377"/>
            <a:ext cx="8247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Présenter un système de recommandation de recettes utilisant différentes techniques d'apprentissage machine : KNN, SVD et TF-IDF.</a:t>
            </a:r>
            <a:endParaRPr lang="fr-MA" sz="2400" b="1" dirty="0">
              <a:solidFill>
                <a:schemeClr val="bg1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C39F369-9151-4DD3-8A57-3D886B0E8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3135694"/>
            <a:ext cx="1733253" cy="173325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B93AF33-78AC-4CD3-9C21-71E89C93BA93}"/>
              </a:ext>
            </a:extLst>
          </p:cNvPr>
          <p:cNvSpPr txBox="1"/>
          <p:nvPr/>
        </p:nvSpPr>
        <p:spPr>
          <a:xfrm>
            <a:off x="267440" y="80714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Définition 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0AF5D0-CAD6-4C17-84D0-6F0839E76C13}"/>
              </a:ext>
            </a:extLst>
          </p:cNvPr>
          <p:cNvGrpSpPr/>
          <p:nvPr/>
        </p:nvGrpSpPr>
        <p:grpSpPr>
          <a:xfrm>
            <a:off x="3181111" y="1382833"/>
            <a:ext cx="3810240" cy="615455"/>
            <a:chOff x="3181111" y="1382833"/>
            <a:chExt cx="4201056" cy="61545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0A86A10-39E6-4C80-B36F-CD4639A778F6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ED6A94B-8A2C-4925-97D5-0F3277AFA015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Objectif de la présentation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70944AC-76A7-4573-93CA-44F32ABD6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75" y="3880645"/>
            <a:ext cx="1950647" cy="1661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DE72E2-44AC-40A2-9304-09D7C2C42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429" y="4477890"/>
            <a:ext cx="2018783" cy="665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958D3F-55AC-4282-81AE-6522CEC72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421" y="4441887"/>
            <a:ext cx="1971046" cy="854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9C6E1A-12E4-4B42-84D1-D2B862EB2D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114" y="4477890"/>
            <a:ext cx="1463760" cy="66534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E5F1890-281C-4155-AE62-43F96031A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19" y="3814656"/>
            <a:ext cx="1950647" cy="1661265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4846B2C0-E709-42C3-B7E6-DAC42248EBE1}"/>
              </a:ext>
            </a:extLst>
          </p:cNvPr>
          <p:cNvGrpSpPr/>
          <p:nvPr/>
        </p:nvGrpSpPr>
        <p:grpSpPr>
          <a:xfrm>
            <a:off x="16265495" y="-3490915"/>
            <a:ext cx="1165912" cy="1207885"/>
            <a:chOff x="5836085" y="1392282"/>
            <a:chExt cx="1165912" cy="1207885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0A8F33F-888B-4B2B-A8B4-F41BC2808026}"/>
                </a:ext>
              </a:extLst>
            </p:cNvPr>
            <p:cNvSpPr/>
            <p:nvPr/>
          </p:nvSpPr>
          <p:spPr>
            <a:xfrm>
              <a:off x="5836085" y="1392282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3260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5E63F91-0FE8-49AB-90F6-9D08026E7027}"/>
                </a:ext>
              </a:extLst>
            </p:cNvPr>
            <p:cNvSpPr txBox="1"/>
            <p:nvPr/>
          </p:nvSpPr>
          <p:spPr>
            <a:xfrm>
              <a:off x="6156540" y="1517647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3260C2"/>
                  </a:solidFill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99107FB-D7BC-4DEA-9619-A6ED62BDDC75}"/>
              </a:ext>
            </a:extLst>
          </p:cNvPr>
          <p:cNvGrpSpPr/>
          <p:nvPr/>
        </p:nvGrpSpPr>
        <p:grpSpPr>
          <a:xfrm>
            <a:off x="21353087" y="-683580"/>
            <a:ext cx="1165912" cy="1207885"/>
            <a:chOff x="6430173" y="2672514"/>
            <a:chExt cx="1165912" cy="1207885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EE209B3-A49A-4E1A-985F-017C0768A027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7694243-146A-4DEE-8477-FA610A053D1B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D058A81-F70E-45A7-829D-6F787996EA37}"/>
              </a:ext>
            </a:extLst>
          </p:cNvPr>
          <p:cNvGrpSpPr/>
          <p:nvPr/>
        </p:nvGrpSpPr>
        <p:grpSpPr>
          <a:xfrm>
            <a:off x="21377377" y="6133365"/>
            <a:ext cx="1165912" cy="1207885"/>
            <a:chOff x="6454463" y="4081713"/>
            <a:chExt cx="1165912" cy="120788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19D19F7-D93E-4824-9D47-89E571A14C01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6718159-80D9-47F8-96F4-7C3561AD506F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9270081-E7FB-4863-8989-E4E06994BC53}"/>
              </a:ext>
            </a:extLst>
          </p:cNvPr>
          <p:cNvGrpSpPr/>
          <p:nvPr/>
        </p:nvGrpSpPr>
        <p:grpSpPr>
          <a:xfrm>
            <a:off x="16639280" y="8684459"/>
            <a:ext cx="1165912" cy="1207885"/>
            <a:chOff x="5836085" y="5390255"/>
            <a:chExt cx="1165912" cy="120788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55609A2-89EE-406E-965C-EF212DB0A024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E32DE4E-D430-41A7-BADF-93D897479FC3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8B28821-080A-4311-9856-1B7ADE2F0F44}"/>
              </a:ext>
            </a:extLst>
          </p:cNvPr>
          <p:cNvGrpSpPr/>
          <p:nvPr/>
        </p:nvGrpSpPr>
        <p:grpSpPr>
          <a:xfrm>
            <a:off x="-9103092" y="2030289"/>
            <a:ext cx="7846143" cy="2689434"/>
            <a:chOff x="-8988792" y="2600165"/>
            <a:chExt cx="7846143" cy="2689434"/>
          </a:xfrm>
        </p:grpSpPr>
        <p:sp>
          <p:nvSpPr>
            <p:cNvPr id="77" name="Flowchart: Off-page Connector 76">
              <a:extLst>
                <a:ext uri="{FF2B5EF4-FFF2-40B4-BE49-F238E27FC236}">
                  <a16:creationId xmlns:a16="http://schemas.microsoft.com/office/drawing/2014/main" id="{F15392C5-1FED-430F-9543-A09C3620DF38}"/>
                </a:ext>
              </a:extLst>
            </p:cNvPr>
            <p:cNvSpPr/>
            <p:nvPr/>
          </p:nvSpPr>
          <p:spPr>
            <a:xfrm rot="16200000">
              <a:off x="-6410437" y="21810"/>
              <a:ext cx="2689434" cy="7846143"/>
            </a:xfrm>
            <a:prstGeom prst="flowChartOffpage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EDC43D2-113D-40D2-A01B-23A1853500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00"/>
            <a:stretch/>
          </p:blipFill>
          <p:spPr>
            <a:xfrm>
              <a:off x="-4120515" y="3102991"/>
              <a:ext cx="1907365" cy="1745233"/>
            </a:xfrm>
            <a:prstGeom prst="rect">
              <a:avLst/>
            </a:prstGeom>
          </p:spPr>
        </p:pic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8E2D54FA-8DD0-4E59-868E-88A5069DFFC9}"/>
              </a:ext>
            </a:extLst>
          </p:cNvPr>
          <p:cNvSpPr/>
          <p:nvPr/>
        </p:nvSpPr>
        <p:spPr>
          <a:xfrm>
            <a:off x="16689664" y="822406"/>
            <a:ext cx="5138311" cy="5169685"/>
          </a:xfrm>
          <a:prstGeom prst="ellipse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AE6D47B9-6700-4AD1-8FFB-206F8FFA24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 flipH="1">
            <a:off x="-13318031" y="2129494"/>
            <a:ext cx="2358300" cy="2358300"/>
          </a:xfrm>
          <a:prstGeom prst="rect">
            <a:avLst/>
          </a:prstGeom>
        </p:spPr>
      </p:pic>
      <p:sp>
        <p:nvSpPr>
          <p:cNvPr id="81" name="Oval 80">
            <a:extLst>
              <a:ext uri="{FF2B5EF4-FFF2-40B4-BE49-F238E27FC236}">
                <a16:creationId xmlns:a16="http://schemas.microsoft.com/office/drawing/2014/main" id="{258B4F8E-A9F7-4228-989C-3B32C05AA774}"/>
              </a:ext>
            </a:extLst>
          </p:cNvPr>
          <p:cNvSpPr/>
          <p:nvPr/>
        </p:nvSpPr>
        <p:spPr>
          <a:xfrm>
            <a:off x="17119971" y="1511533"/>
            <a:ext cx="3959476" cy="3834930"/>
          </a:xfrm>
          <a:prstGeom prst="ellipse">
            <a:avLst/>
          </a:prstGeom>
          <a:noFill/>
          <a:ln w="2444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C63C419-E5B8-478E-8F5C-9884289E2D60}"/>
              </a:ext>
            </a:extLst>
          </p:cNvPr>
          <p:cNvGrpSpPr/>
          <p:nvPr/>
        </p:nvGrpSpPr>
        <p:grpSpPr>
          <a:xfrm>
            <a:off x="27983639" y="1009297"/>
            <a:ext cx="4807361" cy="877604"/>
            <a:chOff x="6419039" y="1557422"/>
            <a:chExt cx="4807361" cy="877604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C54B3C1-985B-44E7-9D0F-5C90D13503EE}"/>
                </a:ext>
              </a:extLst>
            </p:cNvPr>
            <p:cNvSpPr/>
            <p:nvPr/>
          </p:nvSpPr>
          <p:spPr>
            <a:xfrm>
              <a:off x="6419039" y="1557422"/>
              <a:ext cx="4807361" cy="877604"/>
            </a:xfrm>
            <a:prstGeom prst="roundRect">
              <a:avLst/>
            </a:prstGeom>
            <a:solidFill>
              <a:srgbClr val="3260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130013F-EADD-4D5B-8072-88FB4673C5AE}"/>
                </a:ext>
              </a:extLst>
            </p:cNvPr>
            <p:cNvSpPr txBox="1"/>
            <p:nvPr/>
          </p:nvSpPr>
          <p:spPr>
            <a:xfrm>
              <a:off x="7228937" y="1766645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Le Dataset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DACBD49-CCB1-4577-B6A7-6283402FE12E}"/>
              </a:ext>
            </a:extLst>
          </p:cNvPr>
          <p:cNvGrpSpPr/>
          <p:nvPr/>
        </p:nvGrpSpPr>
        <p:grpSpPr>
          <a:xfrm>
            <a:off x="34538176" y="2313644"/>
            <a:ext cx="4791164" cy="877604"/>
            <a:chOff x="6991876" y="2861769"/>
            <a:chExt cx="4791164" cy="877604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CD0DB907-7D4E-4DC7-B073-979CC6CEF1BE}"/>
                </a:ext>
              </a:extLst>
            </p:cNvPr>
            <p:cNvSpPr/>
            <p:nvPr/>
          </p:nvSpPr>
          <p:spPr>
            <a:xfrm>
              <a:off x="6991876" y="2861769"/>
              <a:ext cx="4791164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A71E02E-D869-4318-B1B8-1EBC70914094}"/>
                </a:ext>
              </a:extLst>
            </p:cNvPr>
            <p:cNvSpPr txBox="1"/>
            <p:nvPr/>
          </p:nvSpPr>
          <p:spPr>
            <a:xfrm>
              <a:off x="7939115" y="3045623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2CF04CF-34C5-4665-BE78-FD39A95F5921}"/>
              </a:ext>
            </a:extLst>
          </p:cNvPr>
          <p:cNvGrpSpPr/>
          <p:nvPr/>
        </p:nvGrpSpPr>
        <p:grpSpPr>
          <a:xfrm>
            <a:off x="34521980" y="3698729"/>
            <a:ext cx="4807360" cy="877604"/>
            <a:chOff x="6975680" y="4246854"/>
            <a:chExt cx="4807360" cy="877604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07AB64CF-65A8-49C7-A877-736BFEFFDA82}"/>
                </a:ext>
              </a:extLst>
            </p:cNvPr>
            <p:cNvSpPr/>
            <p:nvPr/>
          </p:nvSpPr>
          <p:spPr>
            <a:xfrm>
              <a:off x="6975680" y="4246854"/>
              <a:ext cx="4807360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CCC58F0-CD3B-4D2E-B1A0-C8ACC50C9D51}"/>
                </a:ext>
              </a:extLst>
            </p:cNvPr>
            <p:cNvSpPr txBox="1"/>
            <p:nvPr/>
          </p:nvSpPr>
          <p:spPr>
            <a:xfrm>
              <a:off x="7916010" y="4293262"/>
              <a:ext cx="33390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 / Modèle SVD / 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9EBBE92-8AE2-4650-AC53-820B7B750666}"/>
              </a:ext>
            </a:extLst>
          </p:cNvPr>
          <p:cNvGrpSpPr/>
          <p:nvPr/>
        </p:nvGrpSpPr>
        <p:grpSpPr>
          <a:xfrm>
            <a:off x="27983639" y="5046066"/>
            <a:ext cx="4929750" cy="877604"/>
            <a:chOff x="6419039" y="5594191"/>
            <a:chExt cx="4929750" cy="877604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D90D540-CE8A-4ED6-8F5C-CCF4A7D64CFF}"/>
                </a:ext>
              </a:extLst>
            </p:cNvPr>
            <p:cNvSpPr/>
            <p:nvPr/>
          </p:nvSpPr>
          <p:spPr>
            <a:xfrm>
              <a:off x="6419039" y="5594191"/>
              <a:ext cx="4807358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E6DBD0C-DF65-4D82-BACB-DD77C3B03FBE}"/>
                </a:ext>
              </a:extLst>
            </p:cNvPr>
            <p:cNvSpPr txBox="1"/>
            <p:nvPr/>
          </p:nvSpPr>
          <p:spPr>
            <a:xfrm>
              <a:off x="7228937" y="5802160"/>
              <a:ext cx="4119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et Évaluation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EE23EF-A92E-4BD9-B8D6-AB23B8569295}"/>
              </a:ext>
            </a:extLst>
          </p:cNvPr>
          <p:cNvGrpSpPr/>
          <p:nvPr/>
        </p:nvGrpSpPr>
        <p:grpSpPr>
          <a:xfrm>
            <a:off x="-4889500" y="-3269703"/>
            <a:ext cx="3349625" cy="1762725"/>
            <a:chOff x="-448997" y="-1360010"/>
            <a:chExt cx="4809522" cy="2783090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A72946AD-56D3-4041-BD6E-B6691C13D9DB}"/>
                </a:ext>
              </a:extLst>
            </p:cNvPr>
            <p:cNvSpPr/>
            <p:nvPr/>
          </p:nvSpPr>
          <p:spPr>
            <a:xfrm>
              <a:off x="-448997" y="-1360010"/>
              <a:ext cx="4809522" cy="278309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660E9B7-8C16-4609-8EB6-49C86820D7C5}"/>
                </a:ext>
              </a:extLst>
            </p:cNvPr>
            <p:cNvSpPr txBox="1"/>
            <p:nvPr/>
          </p:nvSpPr>
          <p:spPr>
            <a:xfrm>
              <a:off x="1108716" y="-67362"/>
              <a:ext cx="2502841" cy="1312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4800" b="1" dirty="0">
                  <a:solidFill>
                    <a:srgbClr val="04FEDD"/>
                  </a:solidFill>
                  <a:latin typeface="Bahnschrift" panose="020B0502040204020203" pitchFamily="34" charset="0"/>
                </a:rPr>
                <a:t>PLAN</a:t>
              </a:r>
              <a:endParaRPr lang="fr-MA" sz="6000" b="1" dirty="0">
                <a:solidFill>
                  <a:srgbClr val="04FEDD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23F799-188B-4FF9-B51F-259C5484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14187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CFFF6D2-9BE3-4EE2-BB87-B86AFF9A71AB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448350-1768-49BC-AC0C-7C921C461F03}"/>
              </a:ext>
            </a:extLst>
          </p:cNvPr>
          <p:cNvSpPr/>
          <p:nvPr/>
        </p:nvSpPr>
        <p:spPr>
          <a:xfrm>
            <a:off x="1863684" y="844157"/>
            <a:ext cx="5138311" cy="5169685"/>
          </a:xfrm>
          <a:prstGeom prst="ellipse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E7437C-0EFA-4C6B-BE98-E1BE84327EEF}"/>
              </a:ext>
            </a:extLst>
          </p:cNvPr>
          <p:cNvSpPr/>
          <p:nvPr/>
        </p:nvSpPr>
        <p:spPr>
          <a:xfrm>
            <a:off x="2337171" y="1511533"/>
            <a:ext cx="3959476" cy="3834930"/>
          </a:xfrm>
          <a:prstGeom prst="ellipse">
            <a:avLst/>
          </a:prstGeom>
          <a:noFill/>
          <a:ln w="2444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141B5E3-5C7A-4E75-BE31-6E11655F4EF0}"/>
              </a:ext>
            </a:extLst>
          </p:cNvPr>
          <p:cNvGrpSpPr/>
          <p:nvPr/>
        </p:nvGrpSpPr>
        <p:grpSpPr>
          <a:xfrm>
            <a:off x="6419039" y="1009297"/>
            <a:ext cx="4807361" cy="877604"/>
            <a:chOff x="6419039" y="1557422"/>
            <a:chExt cx="4807361" cy="87760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A673CBD-C732-4165-ACD7-17D3C27F7C27}"/>
                </a:ext>
              </a:extLst>
            </p:cNvPr>
            <p:cNvSpPr/>
            <p:nvPr/>
          </p:nvSpPr>
          <p:spPr>
            <a:xfrm>
              <a:off x="6419039" y="1557422"/>
              <a:ext cx="4807361" cy="877604"/>
            </a:xfrm>
            <a:prstGeom prst="roundRect">
              <a:avLst/>
            </a:prstGeom>
            <a:solidFill>
              <a:srgbClr val="3260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745AA5-749D-4782-82C8-8F9D8DA6F1F2}"/>
                </a:ext>
              </a:extLst>
            </p:cNvPr>
            <p:cNvSpPr txBox="1"/>
            <p:nvPr/>
          </p:nvSpPr>
          <p:spPr>
            <a:xfrm>
              <a:off x="7228937" y="1766645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Le Dataset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B30D0F-EC39-47C7-9C87-8144C598DAA3}"/>
              </a:ext>
            </a:extLst>
          </p:cNvPr>
          <p:cNvGrpSpPr/>
          <p:nvPr/>
        </p:nvGrpSpPr>
        <p:grpSpPr>
          <a:xfrm>
            <a:off x="6991876" y="2313644"/>
            <a:ext cx="4791164" cy="877604"/>
            <a:chOff x="6991876" y="2861769"/>
            <a:chExt cx="4791164" cy="877604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9F876796-B419-401E-B3C0-4B3DF8A59CB9}"/>
                </a:ext>
              </a:extLst>
            </p:cNvPr>
            <p:cNvSpPr/>
            <p:nvPr/>
          </p:nvSpPr>
          <p:spPr>
            <a:xfrm>
              <a:off x="6991876" y="2861769"/>
              <a:ext cx="4791164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A58943-1D75-42E7-BACA-8BB5F5022C57}"/>
                </a:ext>
              </a:extLst>
            </p:cNvPr>
            <p:cNvSpPr txBox="1"/>
            <p:nvPr/>
          </p:nvSpPr>
          <p:spPr>
            <a:xfrm>
              <a:off x="7939115" y="3045623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2E5F726-5313-4576-85A0-DEA6CE8A27D6}"/>
              </a:ext>
            </a:extLst>
          </p:cNvPr>
          <p:cNvGrpSpPr/>
          <p:nvPr/>
        </p:nvGrpSpPr>
        <p:grpSpPr>
          <a:xfrm>
            <a:off x="6975680" y="3698729"/>
            <a:ext cx="4807360" cy="877604"/>
            <a:chOff x="6975680" y="4246854"/>
            <a:chExt cx="4807360" cy="877604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7D0AF36-085F-4ED6-BB9A-671600653F69}"/>
                </a:ext>
              </a:extLst>
            </p:cNvPr>
            <p:cNvSpPr/>
            <p:nvPr/>
          </p:nvSpPr>
          <p:spPr>
            <a:xfrm>
              <a:off x="6975680" y="4246854"/>
              <a:ext cx="4807360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B33026B-CF13-44F6-BC14-7B371EC18888}"/>
                </a:ext>
              </a:extLst>
            </p:cNvPr>
            <p:cNvSpPr txBox="1"/>
            <p:nvPr/>
          </p:nvSpPr>
          <p:spPr>
            <a:xfrm>
              <a:off x="7916010" y="4293262"/>
              <a:ext cx="33390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 / Modèle SVD / 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7597F4-6123-4BB0-ADB1-66B30F1C58E2}"/>
              </a:ext>
            </a:extLst>
          </p:cNvPr>
          <p:cNvGrpSpPr/>
          <p:nvPr/>
        </p:nvGrpSpPr>
        <p:grpSpPr>
          <a:xfrm>
            <a:off x="6419039" y="5046066"/>
            <a:ext cx="4929750" cy="877604"/>
            <a:chOff x="6419039" y="5594191"/>
            <a:chExt cx="4929750" cy="877604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0F32728-C88C-4482-A48D-6C2F06087A8A}"/>
                </a:ext>
              </a:extLst>
            </p:cNvPr>
            <p:cNvSpPr/>
            <p:nvPr/>
          </p:nvSpPr>
          <p:spPr>
            <a:xfrm>
              <a:off x="6419039" y="5594191"/>
              <a:ext cx="4807358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E7E6CE0-1145-4B33-95E4-41D633F5F8C5}"/>
                </a:ext>
              </a:extLst>
            </p:cNvPr>
            <p:cNvSpPr txBox="1"/>
            <p:nvPr/>
          </p:nvSpPr>
          <p:spPr>
            <a:xfrm>
              <a:off x="7228937" y="5802160"/>
              <a:ext cx="4119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et Évaluation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7CB4F7-855A-4311-94FF-19D3626F35CD}"/>
              </a:ext>
            </a:extLst>
          </p:cNvPr>
          <p:cNvGrpSpPr/>
          <p:nvPr/>
        </p:nvGrpSpPr>
        <p:grpSpPr>
          <a:xfrm>
            <a:off x="5836085" y="844157"/>
            <a:ext cx="1165912" cy="1207885"/>
            <a:chOff x="5836085" y="1392282"/>
            <a:chExt cx="1165912" cy="120788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DF2B026-2429-4F0B-A011-19D6E7EF3F8E}"/>
                </a:ext>
              </a:extLst>
            </p:cNvPr>
            <p:cNvSpPr/>
            <p:nvPr/>
          </p:nvSpPr>
          <p:spPr>
            <a:xfrm>
              <a:off x="5836085" y="1392282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3260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EEF19DA-EE87-49BF-9684-8AEA0B279ACE}"/>
                </a:ext>
              </a:extLst>
            </p:cNvPr>
            <p:cNvSpPr txBox="1"/>
            <p:nvPr/>
          </p:nvSpPr>
          <p:spPr>
            <a:xfrm>
              <a:off x="6156540" y="1517647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3260C2"/>
                  </a:solidFill>
                </a:rPr>
                <a:t>1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679145-E23E-44F0-BF92-3460A3FB7AFD}"/>
              </a:ext>
            </a:extLst>
          </p:cNvPr>
          <p:cNvGrpSpPr/>
          <p:nvPr/>
        </p:nvGrpSpPr>
        <p:grpSpPr>
          <a:xfrm>
            <a:off x="6430173" y="2124389"/>
            <a:ext cx="1165912" cy="1207885"/>
            <a:chOff x="6430173" y="2672514"/>
            <a:chExt cx="1165912" cy="1207885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7E5BABE-4A42-432B-89F5-7711B48AB7D8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D8F415-5BBB-4339-B7B9-7ABDE3738C30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5B2D37-712A-4C00-8843-88D3B2213041}"/>
              </a:ext>
            </a:extLst>
          </p:cNvPr>
          <p:cNvGrpSpPr/>
          <p:nvPr/>
        </p:nvGrpSpPr>
        <p:grpSpPr>
          <a:xfrm>
            <a:off x="6454463" y="3533588"/>
            <a:ext cx="1165912" cy="1207885"/>
            <a:chOff x="6454463" y="4081713"/>
            <a:chExt cx="1165912" cy="1207885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D4A1CD1-B775-4C19-845F-64CE90F109E4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6E79A08-D289-49D9-9BBB-E281AE979DF4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4ABDE5E-F885-4632-924C-D17FCBD7946E}"/>
              </a:ext>
            </a:extLst>
          </p:cNvPr>
          <p:cNvGrpSpPr/>
          <p:nvPr/>
        </p:nvGrpSpPr>
        <p:grpSpPr>
          <a:xfrm>
            <a:off x="5836085" y="4842130"/>
            <a:ext cx="1165912" cy="1207885"/>
            <a:chOff x="5836085" y="5390255"/>
            <a:chExt cx="1165912" cy="1207885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6474DE7-A549-4656-8F43-D2F01AA485E6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2B4AA01-5032-419C-BF20-8E3E78DEC95C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B1A2F93-6422-4B8B-8F39-D9E6D9488ECC}"/>
              </a:ext>
            </a:extLst>
          </p:cNvPr>
          <p:cNvGrpSpPr/>
          <p:nvPr/>
        </p:nvGrpSpPr>
        <p:grpSpPr>
          <a:xfrm>
            <a:off x="-1886952" y="2052040"/>
            <a:ext cx="7846143" cy="2689434"/>
            <a:chOff x="-1886952" y="2600165"/>
            <a:chExt cx="7846143" cy="2689434"/>
          </a:xfrm>
        </p:grpSpPr>
        <p:sp>
          <p:nvSpPr>
            <p:cNvPr id="72" name="Flowchart: Off-page Connector 71">
              <a:extLst>
                <a:ext uri="{FF2B5EF4-FFF2-40B4-BE49-F238E27FC236}">
                  <a16:creationId xmlns:a16="http://schemas.microsoft.com/office/drawing/2014/main" id="{D7385B82-F581-4270-BBB3-6DF28CC7E16B}"/>
                </a:ext>
              </a:extLst>
            </p:cNvPr>
            <p:cNvSpPr/>
            <p:nvPr/>
          </p:nvSpPr>
          <p:spPr>
            <a:xfrm rot="16200000">
              <a:off x="691403" y="21810"/>
              <a:ext cx="2689434" cy="7846143"/>
            </a:xfrm>
            <a:prstGeom prst="flowChartOffpageConnector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52D608C-3B9D-4FB0-9070-DF9B780E2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00"/>
            <a:stretch/>
          </p:blipFill>
          <p:spPr>
            <a:xfrm>
              <a:off x="2917825" y="3102991"/>
              <a:ext cx="1907365" cy="1745233"/>
            </a:xfrm>
            <a:prstGeom prst="rect">
              <a:avLst/>
            </a:prstGeom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F78DB040-32E6-4792-BBA4-38C2B1ECC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-21131" y="2151245"/>
            <a:ext cx="2358300" cy="23583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169E4AF-15B0-4617-A7DC-95C8EDD31250}"/>
              </a:ext>
            </a:extLst>
          </p:cNvPr>
          <p:cNvGrpSpPr/>
          <p:nvPr/>
        </p:nvGrpSpPr>
        <p:grpSpPr>
          <a:xfrm>
            <a:off x="-431800" y="-793203"/>
            <a:ext cx="3349625" cy="1762725"/>
            <a:chOff x="-448997" y="-1360010"/>
            <a:chExt cx="4809522" cy="2783090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DDB0E8F4-074E-478E-B253-BC3D9320465C}"/>
                </a:ext>
              </a:extLst>
            </p:cNvPr>
            <p:cNvSpPr/>
            <p:nvPr/>
          </p:nvSpPr>
          <p:spPr>
            <a:xfrm>
              <a:off x="-448997" y="-1360010"/>
              <a:ext cx="4809522" cy="278309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8DB40F-945B-41A8-B930-B49EC8E6FF71}"/>
                </a:ext>
              </a:extLst>
            </p:cNvPr>
            <p:cNvSpPr txBox="1"/>
            <p:nvPr/>
          </p:nvSpPr>
          <p:spPr>
            <a:xfrm>
              <a:off x="1108716" y="-67362"/>
              <a:ext cx="2502841" cy="1312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4800" b="1" dirty="0">
                  <a:solidFill>
                    <a:srgbClr val="04FEDD"/>
                  </a:solidFill>
                  <a:latin typeface="Bahnschrift" panose="020B0502040204020203" pitchFamily="34" charset="0"/>
                </a:rPr>
                <a:t>PLAN</a:t>
              </a:r>
              <a:endParaRPr lang="fr-MA" sz="6000" b="1" dirty="0">
                <a:solidFill>
                  <a:srgbClr val="04FEDD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A0093-A7B1-495D-A339-FDEC95C8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033695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6954E-8F26-45AB-8449-9A9E02423933}"/>
              </a:ext>
            </a:extLst>
          </p:cNvPr>
          <p:cNvGrpSpPr/>
          <p:nvPr/>
        </p:nvGrpSpPr>
        <p:grpSpPr>
          <a:xfrm>
            <a:off x="3479273" y="351982"/>
            <a:ext cx="7562200" cy="1314629"/>
            <a:chOff x="171450" y="800785"/>
            <a:chExt cx="9940123" cy="13146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EF3D2E-CF35-421F-B1D3-CEE8E311B96E}"/>
                </a:ext>
              </a:extLst>
            </p:cNvPr>
            <p:cNvSpPr/>
            <p:nvPr/>
          </p:nvSpPr>
          <p:spPr>
            <a:xfrm>
              <a:off x="171450" y="800785"/>
              <a:ext cx="9810750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E0ECF4-07BB-443A-ACF4-B2854A232F12}"/>
                </a:ext>
              </a:extLst>
            </p:cNvPr>
            <p:cNvSpPr txBox="1"/>
            <p:nvPr/>
          </p:nvSpPr>
          <p:spPr>
            <a:xfrm>
              <a:off x="300821" y="915085"/>
              <a:ext cx="98107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Aperçu et description de la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dataset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que nous avons utilisé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2C857AC-B344-494B-91ED-B488E0755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1" y="3231424"/>
            <a:ext cx="1732819" cy="158646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38F1D27-EAEB-4AF7-8190-5826F287E280}"/>
              </a:ext>
            </a:extLst>
          </p:cNvPr>
          <p:cNvSpPr txBox="1"/>
          <p:nvPr/>
        </p:nvSpPr>
        <p:spPr>
          <a:xfrm>
            <a:off x="-5375730" y="17087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Introduction 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FFB506-CFA0-4080-8865-8335DE30A7B4}"/>
              </a:ext>
            </a:extLst>
          </p:cNvPr>
          <p:cNvSpPr txBox="1"/>
          <p:nvPr/>
        </p:nvSpPr>
        <p:spPr>
          <a:xfrm>
            <a:off x="-296804" y="8261973"/>
            <a:ext cx="29547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>
                <a:solidFill>
                  <a:schemeClr val="bg1"/>
                </a:solidFill>
              </a:rPr>
              <a:t>Caractéristiques clés :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399DAF-3569-4CC8-BD3F-C9BC35E1DF64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251BBE-DD12-4857-B253-280C81BDF570}"/>
              </a:ext>
            </a:extLst>
          </p:cNvPr>
          <p:cNvGrpSpPr/>
          <p:nvPr/>
        </p:nvGrpSpPr>
        <p:grpSpPr>
          <a:xfrm>
            <a:off x="16265495" y="-3490915"/>
            <a:ext cx="1165912" cy="1207885"/>
            <a:chOff x="5836085" y="1392282"/>
            <a:chExt cx="1165912" cy="120788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9143820-E46B-49F6-A5DF-E288670EC6D6}"/>
                </a:ext>
              </a:extLst>
            </p:cNvPr>
            <p:cNvSpPr/>
            <p:nvPr/>
          </p:nvSpPr>
          <p:spPr>
            <a:xfrm>
              <a:off x="5836085" y="1392282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3260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841D5BD-9469-4EE8-ABA6-B05147F38BB0}"/>
                </a:ext>
              </a:extLst>
            </p:cNvPr>
            <p:cNvSpPr txBox="1"/>
            <p:nvPr/>
          </p:nvSpPr>
          <p:spPr>
            <a:xfrm>
              <a:off x="6156540" y="1517647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3260C2"/>
                  </a:solidFill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BC8DE0-1A86-4CE3-B124-B2CB54494CE6}"/>
              </a:ext>
            </a:extLst>
          </p:cNvPr>
          <p:cNvGrpSpPr/>
          <p:nvPr/>
        </p:nvGrpSpPr>
        <p:grpSpPr>
          <a:xfrm>
            <a:off x="21353087" y="-683580"/>
            <a:ext cx="1165912" cy="1207885"/>
            <a:chOff x="6430173" y="2672514"/>
            <a:chExt cx="1165912" cy="120788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71221B3-593F-48B5-9348-ECD04CEC90D7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14A1F4-3D56-470D-BDFE-3F15DAACB9BF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7049BC-DA7E-4E09-B72C-05B7E0BEA053}"/>
              </a:ext>
            </a:extLst>
          </p:cNvPr>
          <p:cNvGrpSpPr/>
          <p:nvPr/>
        </p:nvGrpSpPr>
        <p:grpSpPr>
          <a:xfrm>
            <a:off x="21377377" y="6133365"/>
            <a:ext cx="1165912" cy="1207885"/>
            <a:chOff x="6454463" y="4081713"/>
            <a:chExt cx="1165912" cy="120788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6537754-1FC5-4FCB-964E-4E6EE5646622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519DE99-0E42-4894-940B-76888B63B313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94D4B5-5A92-4546-86EF-2968AA6A68C1}"/>
              </a:ext>
            </a:extLst>
          </p:cNvPr>
          <p:cNvGrpSpPr/>
          <p:nvPr/>
        </p:nvGrpSpPr>
        <p:grpSpPr>
          <a:xfrm>
            <a:off x="16639280" y="8684459"/>
            <a:ext cx="1165912" cy="1207885"/>
            <a:chOff x="5836085" y="5390255"/>
            <a:chExt cx="1165912" cy="120788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B1ABA52-1B6D-4009-8202-F550C7700AE9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6BBFEE-C86E-4ECD-B8D2-B5A9A10D3D27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AA6847E-9694-4932-AE9A-33C321BDC2B8}"/>
              </a:ext>
            </a:extLst>
          </p:cNvPr>
          <p:cNvGrpSpPr/>
          <p:nvPr/>
        </p:nvGrpSpPr>
        <p:grpSpPr>
          <a:xfrm>
            <a:off x="-9103092" y="2030289"/>
            <a:ext cx="7846143" cy="2689434"/>
            <a:chOff x="-8988792" y="2600165"/>
            <a:chExt cx="7846143" cy="2689434"/>
          </a:xfrm>
        </p:grpSpPr>
        <p:sp>
          <p:nvSpPr>
            <p:cNvPr id="40" name="Flowchart: Off-page Connector 39">
              <a:extLst>
                <a:ext uri="{FF2B5EF4-FFF2-40B4-BE49-F238E27FC236}">
                  <a16:creationId xmlns:a16="http://schemas.microsoft.com/office/drawing/2014/main" id="{1E4B48D0-AA83-4AA1-BDBC-76938C8E8089}"/>
                </a:ext>
              </a:extLst>
            </p:cNvPr>
            <p:cNvSpPr/>
            <p:nvPr/>
          </p:nvSpPr>
          <p:spPr>
            <a:xfrm rot="16200000">
              <a:off x="-6410437" y="21810"/>
              <a:ext cx="2689434" cy="7846143"/>
            </a:xfrm>
            <a:prstGeom prst="flowChartOffpage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331699D-E3DA-4744-B55B-8F02B31E53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00"/>
            <a:stretch/>
          </p:blipFill>
          <p:spPr>
            <a:xfrm>
              <a:off x="-4120515" y="3102991"/>
              <a:ext cx="1907365" cy="1745233"/>
            </a:xfrm>
            <a:prstGeom prst="rect">
              <a:avLst/>
            </a:prstGeom>
          </p:spPr>
        </p:pic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46502942-4B03-4DF3-8DAD-DF9F237AF572}"/>
              </a:ext>
            </a:extLst>
          </p:cNvPr>
          <p:cNvSpPr/>
          <p:nvPr/>
        </p:nvSpPr>
        <p:spPr>
          <a:xfrm>
            <a:off x="16689664" y="822406"/>
            <a:ext cx="5138311" cy="5169685"/>
          </a:xfrm>
          <a:prstGeom prst="ellipse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AC8145E-4CE4-47E9-A4CB-3F538B9A5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H="1">
            <a:off x="-13318031" y="2129494"/>
            <a:ext cx="2358300" cy="23583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E5ED63FB-6D29-4335-B329-B8092D838216}"/>
              </a:ext>
            </a:extLst>
          </p:cNvPr>
          <p:cNvSpPr/>
          <p:nvPr/>
        </p:nvSpPr>
        <p:spPr>
          <a:xfrm>
            <a:off x="17119971" y="1511533"/>
            <a:ext cx="3959476" cy="3834930"/>
          </a:xfrm>
          <a:prstGeom prst="ellipse">
            <a:avLst/>
          </a:prstGeom>
          <a:noFill/>
          <a:ln w="2444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09685B-EAE6-4F19-8ACC-1E3BF5AE2771}"/>
              </a:ext>
            </a:extLst>
          </p:cNvPr>
          <p:cNvGrpSpPr/>
          <p:nvPr/>
        </p:nvGrpSpPr>
        <p:grpSpPr>
          <a:xfrm>
            <a:off x="27983639" y="1009297"/>
            <a:ext cx="4807361" cy="877604"/>
            <a:chOff x="6419039" y="1557422"/>
            <a:chExt cx="4807361" cy="877604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EE156ABB-2B03-4563-855F-BB4283FCECB5}"/>
                </a:ext>
              </a:extLst>
            </p:cNvPr>
            <p:cNvSpPr/>
            <p:nvPr/>
          </p:nvSpPr>
          <p:spPr>
            <a:xfrm>
              <a:off x="6419039" y="1557422"/>
              <a:ext cx="4807361" cy="877604"/>
            </a:xfrm>
            <a:prstGeom prst="roundRect">
              <a:avLst/>
            </a:prstGeom>
            <a:solidFill>
              <a:srgbClr val="3260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2F6C3B6-3C57-478F-980E-68FCB6E041A0}"/>
                </a:ext>
              </a:extLst>
            </p:cNvPr>
            <p:cNvSpPr txBox="1"/>
            <p:nvPr/>
          </p:nvSpPr>
          <p:spPr>
            <a:xfrm>
              <a:off x="7228937" y="1766645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Le Dataset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6D6B7D-8B72-4F70-92E2-364358D8BAF4}"/>
              </a:ext>
            </a:extLst>
          </p:cNvPr>
          <p:cNvGrpSpPr/>
          <p:nvPr/>
        </p:nvGrpSpPr>
        <p:grpSpPr>
          <a:xfrm>
            <a:off x="34538176" y="2313644"/>
            <a:ext cx="4791164" cy="877604"/>
            <a:chOff x="6991876" y="2861769"/>
            <a:chExt cx="4791164" cy="87760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1827702B-01D8-4DB7-B2BC-1E20F97200C9}"/>
                </a:ext>
              </a:extLst>
            </p:cNvPr>
            <p:cNvSpPr/>
            <p:nvPr/>
          </p:nvSpPr>
          <p:spPr>
            <a:xfrm>
              <a:off x="6991876" y="2861769"/>
              <a:ext cx="4791164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03AF260-1378-4F48-9C35-6E5040F51DC0}"/>
                </a:ext>
              </a:extLst>
            </p:cNvPr>
            <p:cNvSpPr txBox="1"/>
            <p:nvPr/>
          </p:nvSpPr>
          <p:spPr>
            <a:xfrm>
              <a:off x="7939115" y="3045623"/>
              <a:ext cx="377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5BE82C1-7A73-4585-9DED-EA808BAEA385}"/>
              </a:ext>
            </a:extLst>
          </p:cNvPr>
          <p:cNvGrpSpPr/>
          <p:nvPr/>
        </p:nvGrpSpPr>
        <p:grpSpPr>
          <a:xfrm>
            <a:off x="34521980" y="3698729"/>
            <a:ext cx="4807360" cy="877604"/>
            <a:chOff x="6975680" y="4246854"/>
            <a:chExt cx="4807360" cy="877604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1DD7F8A-3D96-4FAD-B6A9-8517C1D0B451}"/>
                </a:ext>
              </a:extLst>
            </p:cNvPr>
            <p:cNvSpPr/>
            <p:nvPr/>
          </p:nvSpPr>
          <p:spPr>
            <a:xfrm>
              <a:off x="6975680" y="4246854"/>
              <a:ext cx="4807360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72120CE-6BC3-4ACC-9A0D-EF65E7CEE995}"/>
                </a:ext>
              </a:extLst>
            </p:cNvPr>
            <p:cNvSpPr txBox="1"/>
            <p:nvPr/>
          </p:nvSpPr>
          <p:spPr>
            <a:xfrm>
              <a:off x="7916010" y="4293262"/>
              <a:ext cx="33390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 / Modèle SVD / 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DED91D-D8B9-44EA-8BA5-5B305B962D50}"/>
              </a:ext>
            </a:extLst>
          </p:cNvPr>
          <p:cNvGrpSpPr/>
          <p:nvPr/>
        </p:nvGrpSpPr>
        <p:grpSpPr>
          <a:xfrm>
            <a:off x="27983639" y="5046066"/>
            <a:ext cx="4929750" cy="877604"/>
            <a:chOff x="6419039" y="5594191"/>
            <a:chExt cx="4929750" cy="877604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771F93B8-0C3C-44A2-B427-D636B4B120C4}"/>
                </a:ext>
              </a:extLst>
            </p:cNvPr>
            <p:cNvSpPr/>
            <p:nvPr/>
          </p:nvSpPr>
          <p:spPr>
            <a:xfrm>
              <a:off x="6419039" y="5594191"/>
              <a:ext cx="4807358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05DF2D-912A-4784-AA39-65B3DF96C334}"/>
                </a:ext>
              </a:extLst>
            </p:cNvPr>
            <p:cNvSpPr txBox="1"/>
            <p:nvPr/>
          </p:nvSpPr>
          <p:spPr>
            <a:xfrm>
              <a:off x="7228937" y="5802160"/>
              <a:ext cx="4119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et Évaluation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5166472-531F-4252-A8AB-CC9084FAC33F}"/>
              </a:ext>
            </a:extLst>
          </p:cNvPr>
          <p:cNvGrpSpPr/>
          <p:nvPr/>
        </p:nvGrpSpPr>
        <p:grpSpPr>
          <a:xfrm>
            <a:off x="-4889500" y="-3269703"/>
            <a:ext cx="3349625" cy="1762725"/>
            <a:chOff x="-448997" y="-1360010"/>
            <a:chExt cx="4809522" cy="2783090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AF7BA14-FAC7-4E32-89F5-A7BEC18F9A40}"/>
                </a:ext>
              </a:extLst>
            </p:cNvPr>
            <p:cNvSpPr/>
            <p:nvPr/>
          </p:nvSpPr>
          <p:spPr>
            <a:xfrm>
              <a:off x="-448997" y="-1360010"/>
              <a:ext cx="4809522" cy="278309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3FD8FC2-254E-4205-9FB9-2D592CE88EB9}"/>
                </a:ext>
              </a:extLst>
            </p:cNvPr>
            <p:cNvSpPr txBox="1"/>
            <p:nvPr/>
          </p:nvSpPr>
          <p:spPr>
            <a:xfrm>
              <a:off x="1108716" y="-67362"/>
              <a:ext cx="2502841" cy="1312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4800" b="1" dirty="0">
                  <a:solidFill>
                    <a:srgbClr val="04FEDD"/>
                  </a:solidFill>
                  <a:latin typeface="Bahnschrift" panose="020B0502040204020203" pitchFamily="34" charset="0"/>
                </a:rPr>
                <a:t>PLAN</a:t>
              </a:r>
              <a:endParaRPr lang="fr-MA" sz="6000" b="1" dirty="0">
                <a:solidFill>
                  <a:srgbClr val="04FEDD"/>
                </a:solidFill>
                <a:latin typeface="Bahnschrift" panose="020B0502040204020203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69199D4-04B6-4694-A218-BFF8C681A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214" y="1194401"/>
            <a:ext cx="6881352" cy="5080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CF2979A-4B60-4D3A-8090-CFCCA5BB397C}"/>
              </a:ext>
            </a:extLst>
          </p:cNvPr>
          <p:cNvGrpSpPr/>
          <p:nvPr/>
        </p:nvGrpSpPr>
        <p:grpSpPr>
          <a:xfrm>
            <a:off x="130663" y="240214"/>
            <a:ext cx="2236576" cy="2346163"/>
            <a:chOff x="130663" y="240214"/>
            <a:chExt cx="2236576" cy="2346163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FCBDA7F-BDA7-411D-B015-D57F7D0BDEE1}"/>
                </a:ext>
              </a:extLst>
            </p:cNvPr>
            <p:cNvGrpSpPr/>
            <p:nvPr/>
          </p:nvGrpSpPr>
          <p:grpSpPr>
            <a:xfrm>
              <a:off x="665995" y="240214"/>
              <a:ext cx="1165912" cy="1207885"/>
              <a:chOff x="5836085" y="1392282"/>
              <a:chExt cx="1165912" cy="1207885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48EBBFEC-F941-419E-95FB-7FFE0D4B63CD}"/>
                  </a:ext>
                </a:extLst>
              </p:cNvPr>
              <p:cNvSpPr/>
              <p:nvPr/>
            </p:nvSpPr>
            <p:spPr>
              <a:xfrm>
                <a:off x="5836085" y="1392282"/>
                <a:ext cx="1165912" cy="1207885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rgbClr val="3260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6069572-8095-4BE5-8B70-7A05C881471C}"/>
                  </a:ext>
                </a:extLst>
              </p:cNvPr>
              <p:cNvSpPr txBox="1"/>
              <p:nvPr/>
            </p:nvSpPr>
            <p:spPr>
              <a:xfrm>
                <a:off x="6156540" y="1517647"/>
                <a:ext cx="6741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5400" b="1" dirty="0">
                    <a:solidFill>
                      <a:srgbClr val="3260C2"/>
                    </a:solidFill>
                  </a:rPr>
                  <a:t>1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4A67113-5FAF-4D95-9789-01EAEF83746D}"/>
                </a:ext>
              </a:extLst>
            </p:cNvPr>
            <p:cNvGrpSpPr/>
            <p:nvPr/>
          </p:nvGrpSpPr>
          <p:grpSpPr>
            <a:xfrm>
              <a:off x="130663" y="1708773"/>
              <a:ext cx="2236576" cy="877604"/>
              <a:chOff x="6419039" y="1557422"/>
              <a:chExt cx="4807361" cy="877604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61D841B6-B53A-4612-AAA3-09579947F55D}"/>
                  </a:ext>
                </a:extLst>
              </p:cNvPr>
              <p:cNvSpPr/>
              <p:nvPr/>
            </p:nvSpPr>
            <p:spPr>
              <a:xfrm>
                <a:off x="6419039" y="1557422"/>
                <a:ext cx="4807361" cy="877604"/>
              </a:xfrm>
              <a:prstGeom prst="roundRect">
                <a:avLst/>
              </a:prstGeom>
              <a:solidFill>
                <a:srgbClr val="3260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D417E9B-0C47-4B73-95C0-4D28AD2C7A19}"/>
                  </a:ext>
                </a:extLst>
              </p:cNvPr>
              <p:cNvSpPr txBox="1"/>
              <p:nvPr/>
            </p:nvSpPr>
            <p:spPr>
              <a:xfrm>
                <a:off x="6935661" y="1766645"/>
                <a:ext cx="3774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Fira Sans" panose="020B0503050000020004" pitchFamily="34" charset="0"/>
                  </a:rPr>
                  <a:t>Le Dataset</a:t>
                </a:r>
                <a:endParaRPr lang="fr-MA" sz="2400" b="1" dirty="0">
                  <a:latin typeface="Fira Sans" panose="020B0503050000020004" pitchFamily="34" charset="0"/>
                </a:endParaRPr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AFEB737D-1E51-4888-B953-9BC5E4A25EFA}"/>
              </a:ext>
            </a:extLst>
          </p:cNvPr>
          <p:cNvSpPr/>
          <p:nvPr/>
        </p:nvSpPr>
        <p:spPr>
          <a:xfrm>
            <a:off x="2971800" y="8112634"/>
            <a:ext cx="8929914" cy="53959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9C8E0C-A822-46BF-9C62-2F7787D181B4}"/>
              </a:ext>
            </a:extLst>
          </p:cNvPr>
          <p:cNvSpPr txBox="1"/>
          <p:nvPr/>
        </p:nvSpPr>
        <p:spPr>
          <a:xfrm>
            <a:off x="3656770" y="12842677"/>
            <a:ext cx="8247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ensemble de données contenant des informations sur diverses recettes de cuisine.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Utile pour entraîner et tester les modèles de recommandation.</a:t>
            </a:r>
            <a:endParaRPr lang="fr-MA" sz="2400" b="1" dirty="0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C5C3FA0-36D1-454E-B167-5E59BC6DD659}"/>
              </a:ext>
            </a:extLst>
          </p:cNvPr>
          <p:cNvGrpSpPr/>
          <p:nvPr/>
        </p:nvGrpSpPr>
        <p:grpSpPr>
          <a:xfrm>
            <a:off x="3181111" y="16468860"/>
            <a:ext cx="5353289" cy="615455"/>
            <a:chOff x="3183909" y="3553837"/>
            <a:chExt cx="4207038" cy="61545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8AB1C00-EA97-4F55-AC84-A42E0A6361CF}"/>
                </a:ext>
              </a:extLst>
            </p:cNvPr>
            <p:cNvSpPr/>
            <p:nvPr/>
          </p:nvSpPr>
          <p:spPr>
            <a:xfrm>
              <a:off x="3183909" y="3553837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8E6C97-79A2-449D-AFE0-3F657A9B7191}"/>
                </a:ext>
              </a:extLst>
            </p:cNvPr>
            <p:cNvSpPr txBox="1"/>
            <p:nvPr/>
          </p:nvSpPr>
          <p:spPr>
            <a:xfrm>
              <a:off x="3192690" y="3617805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Champs du </a:t>
              </a:r>
              <a:r>
                <a:rPr lang="fr-FR" sz="2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dataset</a:t>
              </a:r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 et leurs explications: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4A3D3B0-8083-4F06-AB09-B319D59CD6B1}"/>
              </a:ext>
            </a:extLst>
          </p:cNvPr>
          <p:cNvGrpSpPr/>
          <p:nvPr/>
        </p:nvGrpSpPr>
        <p:grpSpPr>
          <a:xfrm>
            <a:off x="3181111" y="10031533"/>
            <a:ext cx="3016490" cy="615455"/>
            <a:chOff x="3181111" y="1382833"/>
            <a:chExt cx="4201056" cy="615455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0DCABD3-8C15-447C-B0CD-6201F9B89FB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A8D0885-1E2F-4D66-8830-8DFF09BA3DAC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Description générale: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A845C9F-7D1B-4773-8BEB-37E840A76183}"/>
              </a:ext>
            </a:extLst>
          </p:cNvPr>
          <p:cNvSpPr/>
          <p:nvPr/>
        </p:nvSpPr>
        <p:spPr>
          <a:xfrm>
            <a:off x="3181111" y="18691016"/>
            <a:ext cx="8253654" cy="255454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5E2084-8E6D-4769-987F-3B0FD5F675F0}"/>
              </a:ext>
            </a:extLst>
          </p:cNvPr>
          <p:cNvSpPr txBox="1"/>
          <p:nvPr/>
        </p:nvSpPr>
        <p:spPr>
          <a:xfrm>
            <a:off x="7379412" y="18662506"/>
            <a:ext cx="40553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ingredients_name : </a:t>
            </a:r>
            <a:r>
              <a:rPr lang="fr-FR" sz="1600" b="1" dirty="0">
                <a:solidFill>
                  <a:schemeClr val="bg1"/>
                </a:solidFill>
              </a:rPr>
              <a:t>Liste des noms d'ingrédients utilisés dans la recette.</a:t>
            </a:r>
          </a:p>
          <a:p>
            <a:r>
              <a:rPr lang="fr-FR" sz="1600" b="1" dirty="0" err="1"/>
              <a:t>ingredients_quantity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Liste des quantités d'ingrédients utilisés dans la recette.</a:t>
            </a:r>
          </a:p>
          <a:p>
            <a:r>
              <a:rPr lang="fr-FR" sz="1600" b="1" dirty="0" err="1"/>
              <a:t>prep_time</a:t>
            </a:r>
            <a:r>
              <a:rPr lang="fr-FR" sz="1600" b="1" dirty="0"/>
              <a:t> (in mins) : </a:t>
            </a:r>
            <a:r>
              <a:rPr lang="fr-FR" sz="1600" b="1" dirty="0">
                <a:solidFill>
                  <a:schemeClr val="bg1"/>
                </a:solidFill>
              </a:rPr>
              <a:t>Temps de préparation de la recette en minutes.</a:t>
            </a:r>
          </a:p>
          <a:p>
            <a:r>
              <a:rPr lang="fr-FR" sz="1600" b="1" dirty="0" err="1"/>
              <a:t>cook_time</a:t>
            </a:r>
            <a:r>
              <a:rPr lang="fr-FR" sz="1600" b="1" dirty="0"/>
              <a:t> (in mins) : </a:t>
            </a:r>
            <a:r>
              <a:rPr lang="fr-FR" sz="1600" b="1" dirty="0">
                <a:solidFill>
                  <a:schemeClr val="bg1"/>
                </a:solidFill>
              </a:rPr>
              <a:t>Temps de cuisson de la recette en minutes.</a:t>
            </a:r>
          </a:p>
          <a:p>
            <a:r>
              <a:rPr lang="fr-FR" sz="1600" b="1" dirty="0"/>
              <a:t>instructions : </a:t>
            </a:r>
            <a:r>
              <a:rPr lang="fr-FR" sz="1600" b="1" dirty="0">
                <a:solidFill>
                  <a:schemeClr val="bg1"/>
                </a:solidFill>
              </a:rPr>
              <a:t>Instructions détaillées pour la préparation de la recette.</a:t>
            </a:r>
            <a:endParaRPr lang="fr-MA" sz="1600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9709D-428D-411C-92FB-B4D51D4E0D72}"/>
              </a:ext>
            </a:extLst>
          </p:cNvPr>
          <p:cNvSpPr txBox="1"/>
          <p:nvPr/>
        </p:nvSpPr>
        <p:spPr>
          <a:xfrm>
            <a:off x="3282317" y="18691016"/>
            <a:ext cx="4141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name : </a:t>
            </a:r>
            <a:r>
              <a:rPr lang="fr-FR" sz="1600" b="1" dirty="0">
                <a:solidFill>
                  <a:schemeClr val="bg1"/>
                </a:solidFill>
              </a:rPr>
              <a:t>Nom de la recette.</a:t>
            </a:r>
          </a:p>
          <a:p>
            <a:r>
              <a:rPr lang="fr-FR" sz="1600" b="1" dirty="0"/>
              <a:t>description: </a:t>
            </a:r>
            <a:r>
              <a:rPr lang="fr-FR" sz="1600" b="1" dirty="0">
                <a:solidFill>
                  <a:schemeClr val="bg1"/>
                </a:solidFill>
              </a:rPr>
              <a:t>Courte description de la recette.</a:t>
            </a:r>
          </a:p>
          <a:p>
            <a:r>
              <a:rPr lang="fr-FR" sz="1600" b="1" dirty="0"/>
              <a:t>cuisine : </a:t>
            </a:r>
            <a:r>
              <a:rPr lang="fr-FR" sz="1600" b="1" dirty="0">
                <a:solidFill>
                  <a:schemeClr val="bg1"/>
                </a:solidFill>
              </a:rPr>
              <a:t>Type de cuisine associé à la recette (italienne, française, indienne, etc.).</a:t>
            </a:r>
          </a:p>
          <a:p>
            <a:r>
              <a:rPr lang="fr-FR" sz="1600" b="1" dirty="0"/>
              <a:t>course : </a:t>
            </a:r>
            <a:r>
              <a:rPr lang="fr-FR" sz="1600" b="1" dirty="0">
                <a:solidFill>
                  <a:schemeClr val="bg1"/>
                </a:solidFill>
              </a:rPr>
              <a:t>Type de plat (entrée, plat principal, dessert, etc.).</a:t>
            </a:r>
          </a:p>
          <a:p>
            <a:r>
              <a:rPr lang="fr-FR" sz="1600" b="1" dirty="0" err="1"/>
              <a:t>diet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Restriction diététique (végétarien, végétalien, sans gluten, etc.).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ED0A1568-F9CA-4D5D-B389-C136D8B3E3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0" y="7493482"/>
            <a:ext cx="1964283" cy="196428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49960-B063-4B92-8AD9-ED8C00FB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6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84520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6954E-8F26-45AB-8449-9A9E02423933}"/>
              </a:ext>
            </a:extLst>
          </p:cNvPr>
          <p:cNvGrpSpPr/>
          <p:nvPr/>
        </p:nvGrpSpPr>
        <p:grpSpPr>
          <a:xfrm>
            <a:off x="3479273" y="351982"/>
            <a:ext cx="7562200" cy="1314629"/>
            <a:chOff x="171450" y="800785"/>
            <a:chExt cx="9940123" cy="13146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EF3D2E-CF35-421F-B1D3-CEE8E311B96E}"/>
                </a:ext>
              </a:extLst>
            </p:cNvPr>
            <p:cNvSpPr/>
            <p:nvPr/>
          </p:nvSpPr>
          <p:spPr>
            <a:xfrm>
              <a:off x="171450" y="800785"/>
              <a:ext cx="9810750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E0ECF4-07BB-443A-ACF4-B2854A232F12}"/>
                </a:ext>
              </a:extLst>
            </p:cNvPr>
            <p:cNvSpPr txBox="1"/>
            <p:nvPr/>
          </p:nvSpPr>
          <p:spPr>
            <a:xfrm>
              <a:off x="300821" y="915085"/>
              <a:ext cx="98107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Aperçu et description de la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dataset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que nous avons utilisé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FFB506-CFA0-4080-8865-8335DE30A7B4}"/>
              </a:ext>
            </a:extLst>
          </p:cNvPr>
          <p:cNvSpPr txBox="1"/>
          <p:nvPr/>
        </p:nvSpPr>
        <p:spPr>
          <a:xfrm>
            <a:off x="-296804" y="8261973"/>
            <a:ext cx="29547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>
                <a:solidFill>
                  <a:schemeClr val="bg1"/>
                </a:solidFill>
              </a:rPr>
              <a:t>Caractéristiques clés :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3DAB93-DB45-43BD-ABE5-5C22C7723F12}"/>
              </a:ext>
            </a:extLst>
          </p:cNvPr>
          <p:cNvSpPr/>
          <p:nvPr/>
        </p:nvSpPr>
        <p:spPr>
          <a:xfrm>
            <a:off x="2971800" y="1254634"/>
            <a:ext cx="8929914" cy="539594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F49AC1-D295-4380-9BDD-865BCED2C2A2}"/>
              </a:ext>
            </a:extLst>
          </p:cNvPr>
          <p:cNvSpPr txBox="1"/>
          <p:nvPr/>
        </p:nvSpPr>
        <p:spPr>
          <a:xfrm>
            <a:off x="3656770" y="1984177"/>
            <a:ext cx="8247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ensemble de données contenant des informations sur diverses recettes de cuisine.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Utile pour entraîner et tester les modèles de recommandation.</a:t>
            </a:r>
            <a:endParaRPr lang="fr-MA" sz="2400" b="1" dirty="0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21847AC-CF1D-4DCC-B122-8E34AE3CBDE8}"/>
              </a:ext>
            </a:extLst>
          </p:cNvPr>
          <p:cNvGrpSpPr/>
          <p:nvPr/>
        </p:nvGrpSpPr>
        <p:grpSpPr>
          <a:xfrm>
            <a:off x="3181111" y="3171960"/>
            <a:ext cx="5353289" cy="615455"/>
            <a:chOff x="3183909" y="3553837"/>
            <a:chExt cx="4207038" cy="61545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DFAA602-A125-4691-91C3-CBB0C08BDAC7}"/>
                </a:ext>
              </a:extLst>
            </p:cNvPr>
            <p:cNvSpPr/>
            <p:nvPr/>
          </p:nvSpPr>
          <p:spPr>
            <a:xfrm>
              <a:off x="3183909" y="3553837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5F69F95-285C-4115-AD1C-BD336EB586E9}"/>
                </a:ext>
              </a:extLst>
            </p:cNvPr>
            <p:cNvSpPr txBox="1"/>
            <p:nvPr/>
          </p:nvSpPr>
          <p:spPr>
            <a:xfrm>
              <a:off x="3192690" y="3617805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Champs du </a:t>
              </a:r>
              <a:r>
                <a:rPr lang="fr-FR" sz="2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dataset</a:t>
              </a:r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 et leurs explications: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F514622-3F80-4330-8118-D200CD3718C4}"/>
              </a:ext>
            </a:extLst>
          </p:cNvPr>
          <p:cNvGrpSpPr/>
          <p:nvPr/>
        </p:nvGrpSpPr>
        <p:grpSpPr>
          <a:xfrm>
            <a:off x="3181111" y="1382833"/>
            <a:ext cx="3016490" cy="615455"/>
            <a:chOff x="3181111" y="1382833"/>
            <a:chExt cx="4201056" cy="615455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9F33564-D761-4126-817E-22DD7CEC2FC9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1D160BE-2C37-4537-8986-AC59E7CB39AB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Description générale: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1ED3B5-452D-4FAC-918C-E0B53D54949C}"/>
              </a:ext>
            </a:extLst>
          </p:cNvPr>
          <p:cNvSpPr/>
          <p:nvPr/>
        </p:nvSpPr>
        <p:spPr>
          <a:xfrm>
            <a:off x="3181111" y="3928175"/>
            <a:ext cx="8253654" cy="217435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D95D2F-6D66-406A-8CCF-E07AE9C4F5FD}"/>
              </a:ext>
            </a:extLst>
          </p:cNvPr>
          <p:cNvSpPr txBox="1"/>
          <p:nvPr/>
        </p:nvSpPr>
        <p:spPr>
          <a:xfrm>
            <a:off x="7379412" y="3993793"/>
            <a:ext cx="40553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ingredients_quantity : </a:t>
            </a:r>
            <a:r>
              <a:rPr lang="fr-FR" sz="1600" b="1" dirty="0">
                <a:solidFill>
                  <a:schemeClr val="bg1"/>
                </a:solidFill>
              </a:rPr>
              <a:t>Liste des quantités d'ingrédients utilisés dans la recette.</a:t>
            </a:r>
          </a:p>
          <a:p>
            <a:r>
              <a:rPr lang="fr-FR" sz="1600" b="1" dirty="0" err="1"/>
              <a:t>prep_time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Temps de préparation de la recette en minutes.</a:t>
            </a:r>
          </a:p>
          <a:p>
            <a:r>
              <a:rPr lang="fr-FR" sz="1600" b="1" dirty="0" err="1"/>
              <a:t>cook_time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Temps de cuisson de la recette en minutes.</a:t>
            </a:r>
          </a:p>
          <a:p>
            <a:r>
              <a:rPr lang="fr-FR" sz="1600" b="1" dirty="0"/>
              <a:t>instructions : </a:t>
            </a:r>
            <a:r>
              <a:rPr lang="fr-FR" sz="1600" b="1" dirty="0">
                <a:solidFill>
                  <a:schemeClr val="bg1"/>
                </a:solidFill>
              </a:rPr>
              <a:t>Instructions détaillées pour la préparation de la recette.</a:t>
            </a:r>
            <a:endParaRPr lang="fr-MA" sz="1600" b="1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B0EDC0-D1E9-438D-946A-182D8022E614}"/>
              </a:ext>
            </a:extLst>
          </p:cNvPr>
          <p:cNvSpPr txBox="1"/>
          <p:nvPr/>
        </p:nvSpPr>
        <p:spPr>
          <a:xfrm>
            <a:off x="3282317" y="4022303"/>
            <a:ext cx="4141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name : </a:t>
            </a:r>
            <a:r>
              <a:rPr lang="fr-FR" sz="1600" b="1" dirty="0">
                <a:solidFill>
                  <a:schemeClr val="bg1"/>
                </a:solidFill>
              </a:rPr>
              <a:t>Nom de la recette.</a:t>
            </a:r>
          </a:p>
          <a:p>
            <a:r>
              <a:rPr lang="fr-FR" sz="1600" b="1" dirty="0"/>
              <a:t>description: </a:t>
            </a:r>
            <a:r>
              <a:rPr lang="fr-FR" sz="1600" b="1" dirty="0">
                <a:solidFill>
                  <a:schemeClr val="bg1"/>
                </a:solidFill>
              </a:rPr>
              <a:t>Courte description de la recette.</a:t>
            </a:r>
          </a:p>
          <a:p>
            <a:r>
              <a:rPr lang="fr-FR" sz="1600" b="1" dirty="0"/>
              <a:t>cuisine : </a:t>
            </a:r>
            <a:r>
              <a:rPr lang="fr-FR" sz="1600" b="1" dirty="0">
                <a:solidFill>
                  <a:schemeClr val="bg1"/>
                </a:solidFill>
              </a:rPr>
              <a:t>Type de cuisine associé à la recette</a:t>
            </a:r>
          </a:p>
          <a:p>
            <a:r>
              <a:rPr lang="fr-FR" sz="1600" b="1" dirty="0"/>
              <a:t>course : </a:t>
            </a:r>
            <a:r>
              <a:rPr lang="fr-FR" sz="1600" b="1" dirty="0">
                <a:solidFill>
                  <a:schemeClr val="bg1"/>
                </a:solidFill>
              </a:rPr>
              <a:t>Type de plat </a:t>
            </a:r>
          </a:p>
          <a:p>
            <a:r>
              <a:rPr lang="fr-FR" sz="1600" b="1" dirty="0" err="1"/>
              <a:t>diet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Restriction diététique</a:t>
            </a:r>
          </a:p>
          <a:p>
            <a:r>
              <a:rPr lang="fr-FR" sz="1600" b="1" dirty="0"/>
              <a:t>ingredients_name : </a:t>
            </a:r>
            <a:r>
              <a:rPr lang="fr-FR" sz="1600" b="1" dirty="0">
                <a:solidFill>
                  <a:schemeClr val="bg1"/>
                </a:solidFill>
              </a:rPr>
              <a:t>Liste des noms d'ingrédients utilisés dans la recette.</a:t>
            </a:r>
          </a:p>
          <a:p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3E92D35-A189-41EA-B4E0-A22308B211D2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48CA9D0-4C20-4D11-9C2F-5F7CF104754E}"/>
              </a:ext>
            </a:extLst>
          </p:cNvPr>
          <p:cNvGrpSpPr/>
          <p:nvPr/>
        </p:nvGrpSpPr>
        <p:grpSpPr>
          <a:xfrm>
            <a:off x="130663" y="240214"/>
            <a:ext cx="2236576" cy="2346163"/>
            <a:chOff x="130663" y="240214"/>
            <a:chExt cx="2236576" cy="2346163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E42095C-1652-4119-B693-7C6241D3F509}"/>
                </a:ext>
              </a:extLst>
            </p:cNvPr>
            <p:cNvGrpSpPr/>
            <p:nvPr/>
          </p:nvGrpSpPr>
          <p:grpSpPr>
            <a:xfrm>
              <a:off x="665995" y="240214"/>
              <a:ext cx="1165912" cy="1207885"/>
              <a:chOff x="5836085" y="1392282"/>
              <a:chExt cx="1165912" cy="1207885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C22656F-3598-41D5-9ADB-D642BC2CC72A}"/>
                  </a:ext>
                </a:extLst>
              </p:cNvPr>
              <p:cNvSpPr/>
              <p:nvPr/>
            </p:nvSpPr>
            <p:spPr>
              <a:xfrm>
                <a:off x="5836085" y="1392282"/>
                <a:ext cx="1165912" cy="1207885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rgbClr val="3260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7B39F30-5030-4F80-8F89-15E486CD2BCC}"/>
                  </a:ext>
                </a:extLst>
              </p:cNvPr>
              <p:cNvSpPr txBox="1"/>
              <p:nvPr/>
            </p:nvSpPr>
            <p:spPr>
              <a:xfrm>
                <a:off x="6156540" y="1517647"/>
                <a:ext cx="6741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5400" b="1" dirty="0">
                    <a:solidFill>
                      <a:srgbClr val="3260C2"/>
                    </a:solidFill>
                  </a:rPr>
                  <a:t>1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E5B45FB-9A59-4D13-AFCE-7969D41EC540}"/>
                </a:ext>
              </a:extLst>
            </p:cNvPr>
            <p:cNvGrpSpPr/>
            <p:nvPr/>
          </p:nvGrpSpPr>
          <p:grpSpPr>
            <a:xfrm>
              <a:off x="130663" y="1708773"/>
              <a:ext cx="2236576" cy="877604"/>
              <a:chOff x="6419039" y="1557422"/>
              <a:chExt cx="4807361" cy="877604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6D8BF331-3D18-4A9C-BC37-B93A93E3BEEB}"/>
                  </a:ext>
                </a:extLst>
              </p:cNvPr>
              <p:cNvSpPr/>
              <p:nvPr/>
            </p:nvSpPr>
            <p:spPr>
              <a:xfrm>
                <a:off x="6419039" y="1557422"/>
                <a:ext cx="4807361" cy="877604"/>
              </a:xfrm>
              <a:prstGeom prst="roundRect">
                <a:avLst/>
              </a:prstGeom>
              <a:solidFill>
                <a:srgbClr val="3260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6A3F6DA-4B5A-426F-98AD-0DC533E41D75}"/>
                  </a:ext>
                </a:extLst>
              </p:cNvPr>
              <p:cNvSpPr txBox="1"/>
              <p:nvPr/>
            </p:nvSpPr>
            <p:spPr>
              <a:xfrm>
                <a:off x="6935661" y="1766645"/>
                <a:ext cx="3774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Fira Sans" panose="020B0503050000020004" pitchFamily="34" charset="0"/>
                  </a:rPr>
                  <a:t>Le Dataset</a:t>
                </a:r>
                <a:endParaRPr lang="fr-MA" sz="2400" b="1" dirty="0">
                  <a:latin typeface="Fira Sans" panose="020B0503050000020004" pitchFamily="34" charset="0"/>
                </a:endParaRPr>
              </a:p>
            </p:txBody>
          </p:sp>
        </p:grp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0712577-38D2-4B0D-8BC5-E306137A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6312" y="1213506"/>
            <a:ext cx="6881352" cy="5080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DC79FD-8976-42ED-B3F3-027FCA26D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95689" y="3231424"/>
            <a:ext cx="1732819" cy="1586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DA1F8B-CBC1-48E1-AE6D-3A34F06CC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0" y="2997682"/>
            <a:ext cx="1964283" cy="19642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3674A-5567-4537-BD1D-45808944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44429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C6954E-8F26-45AB-8449-9A9E02423933}"/>
              </a:ext>
            </a:extLst>
          </p:cNvPr>
          <p:cNvGrpSpPr/>
          <p:nvPr/>
        </p:nvGrpSpPr>
        <p:grpSpPr>
          <a:xfrm>
            <a:off x="3479273" y="351982"/>
            <a:ext cx="7562200" cy="1314629"/>
            <a:chOff x="171450" y="800785"/>
            <a:chExt cx="9940123" cy="13146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EF3D2E-CF35-421F-B1D3-CEE8E311B96E}"/>
                </a:ext>
              </a:extLst>
            </p:cNvPr>
            <p:cNvSpPr/>
            <p:nvPr/>
          </p:nvSpPr>
          <p:spPr>
            <a:xfrm>
              <a:off x="171450" y="800785"/>
              <a:ext cx="9810750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E0ECF4-07BB-443A-ACF4-B2854A232F12}"/>
                </a:ext>
              </a:extLst>
            </p:cNvPr>
            <p:cNvSpPr txBox="1"/>
            <p:nvPr/>
          </p:nvSpPr>
          <p:spPr>
            <a:xfrm>
              <a:off x="300821" y="915085"/>
              <a:ext cx="98107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Aperçu et description de la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dataset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que nous avons utilisé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FFB506-CFA0-4080-8865-8335DE30A7B4}"/>
              </a:ext>
            </a:extLst>
          </p:cNvPr>
          <p:cNvSpPr txBox="1"/>
          <p:nvPr/>
        </p:nvSpPr>
        <p:spPr>
          <a:xfrm>
            <a:off x="-296804" y="8261973"/>
            <a:ext cx="29547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>
                <a:solidFill>
                  <a:schemeClr val="bg1"/>
                </a:solidFill>
              </a:rPr>
              <a:t>Caractéristiques clés :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3DAB93-DB45-43BD-ABE5-5C22C7723F12}"/>
              </a:ext>
            </a:extLst>
          </p:cNvPr>
          <p:cNvSpPr/>
          <p:nvPr/>
        </p:nvSpPr>
        <p:spPr>
          <a:xfrm>
            <a:off x="2971800" y="1820692"/>
            <a:ext cx="8929914" cy="37818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F49AC1-D295-4380-9BDD-865BCED2C2A2}"/>
              </a:ext>
            </a:extLst>
          </p:cNvPr>
          <p:cNvSpPr txBox="1"/>
          <p:nvPr/>
        </p:nvSpPr>
        <p:spPr>
          <a:xfrm>
            <a:off x="3644945" y="3204695"/>
            <a:ext cx="8247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Les champs </a:t>
            </a:r>
            <a:r>
              <a:rPr lang="fr-FR" sz="2400" b="1" dirty="0">
                <a:solidFill>
                  <a:srgbClr val="00FEFE"/>
                </a:solidFill>
              </a:rPr>
              <a:t>ingredients_name </a:t>
            </a:r>
            <a:r>
              <a:rPr lang="fr-FR" sz="2400" b="1" dirty="0">
                <a:solidFill>
                  <a:schemeClr val="bg1"/>
                </a:solidFill>
              </a:rPr>
              <a:t>et </a:t>
            </a:r>
            <a:r>
              <a:rPr lang="fr-FR" sz="2400" b="1" dirty="0">
                <a:solidFill>
                  <a:srgbClr val="00FEFE"/>
                </a:solidFill>
              </a:rPr>
              <a:t>ingredients_quantity </a:t>
            </a:r>
            <a:r>
              <a:rPr lang="fr-FR" sz="2400" b="1" dirty="0">
                <a:solidFill>
                  <a:schemeClr val="bg1"/>
                </a:solidFill>
              </a:rPr>
              <a:t>sont combinés pour créer une représentation textuelle des ingrédients.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Le champ </a:t>
            </a:r>
            <a:r>
              <a:rPr lang="fr-FR" sz="2400" b="1" dirty="0">
                <a:solidFill>
                  <a:srgbClr val="00FEFE"/>
                </a:solidFill>
              </a:rPr>
              <a:t>name</a:t>
            </a:r>
            <a:r>
              <a:rPr lang="fr-FR" sz="2400" b="1" dirty="0">
                <a:solidFill>
                  <a:schemeClr val="bg1"/>
                </a:solidFill>
              </a:rPr>
              <a:t> est utilisé pour la recherche de recettes par nom.</a:t>
            </a:r>
            <a:endParaRPr lang="fr-MA" sz="2400" b="1" dirty="0">
              <a:solidFill>
                <a:schemeClr val="bg1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F514622-3F80-4330-8118-D200CD3718C4}"/>
              </a:ext>
            </a:extLst>
          </p:cNvPr>
          <p:cNvGrpSpPr/>
          <p:nvPr/>
        </p:nvGrpSpPr>
        <p:grpSpPr>
          <a:xfrm>
            <a:off x="3272894" y="2123428"/>
            <a:ext cx="3287563" cy="903278"/>
            <a:chOff x="3181111" y="1382833"/>
            <a:chExt cx="4201056" cy="903278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9F33564-D761-4126-817E-22DD7CEC2FC9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1D160BE-2C37-4537-8986-AC59E7CB39AB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Utilisation des champs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23E92D35-A189-41EA-B4E0-A22308B211D2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7202CF-9552-4CD9-9DB9-53C9A59E3C37}"/>
              </a:ext>
            </a:extLst>
          </p:cNvPr>
          <p:cNvGrpSpPr/>
          <p:nvPr/>
        </p:nvGrpSpPr>
        <p:grpSpPr>
          <a:xfrm>
            <a:off x="130663" y="240214"/>
            <a:ext cx="2236576" cy="2346163"/>
            <a:chOff x="130663" y="240214"/>
            <a:chExt cx="2236576" cy="234616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1ED102-9BD0-4ED6-9C92-428420ABAF28}"/>
                </a:ext>
              </a:extLst>
            </p:cNvPr>
            <p:cNvGrpSpPr/>
            <p:nvPr/>
          </p:nvGrpSpPr>
          <p:grpSpPr>
            <a:xfrm>
              <a:off x="665995" y="240214"/>
              <a:ext cx="1165912" cy="1207885"/>
              <a:chOff x="5836085" y="1392282"/>
              <a:chExt cx="1165912" cy="120788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6419D6D-E297-41D6-84D4-56E1B91A5425}"/>
                  </a:ext>
                </a:extLst>
              </p:cNvPr>
              <p:cNvSpPr/>
              <p:nvPr/>
            </p:nvSpPr>
            <p:spPr>
              <a:xfrm>
                <a:off x="5836085" y="1392282"/>
                <a:ext cx="1165912" cy="1207885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rgbClr val="3260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6C925FE-8982-4F71-952A-1E11DB553E5C}"/>
                  </a:ext>
                </a:extLst>
              </p:cNvPr>
              <p:cNvSpPr txBox="1"/>
              <p:nvPr/>
            </p:nvSpPr>
            <p:spPr>
              <a:xfrm>
                <a:off x="6156540" y="1517647"/>
                <a:ext cx="6741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5400" b="1" dirty="0">
                    <a:solidFill>
                      <a:srgbClr val="3260C2"/>
                    </a:solidFill>
                  </a:rPr>
                  <a:t>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6478F66-BB8E-4411-A93A-C1412A6CC174}"/>
                </a:ext>
              </a:extLst>
            </p:cNvPr>
            <p:cNvGrpSpPr/>
            <p:nvPr/>
          </p:nvGrpSpPr>
          <p:grpSpPr>
            <a:xfrm>
              <a:off x="130663" y="1708773"/>
              <a:ext cx="2236576" cy="877604"/>
              <a:chOff x="6419039" y="1557422"/>
              <a:chExt cx="4807361" cy="877604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B2A840A-D32C-439C-B423-BE4BF1A67FF9}"/>
                  </a:ext>
                </a:extLst>
              </p:cNvPr>
              <p:cNvSpPr/>
              <p:nvPr/>
            </p:nvSpPr>
            <p:spPr>
              <a:xfrm>
                <a:off x="6419039" y="1557422"/>
                <a:ext cx="4807361" cy="877604"/>
              </a:xfrm>
              <a:prstGeom prst="roundRect">
                <a:avLst/>
              </a:prstGeom>
              <a:solidFill>
                <a:srgbClr val="3260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191147-EAE0-4981-93C2-98EDD167F954}"/>
                  </a:ext>
                </a:extLst>
              </p:cNvPr>
              <p:cNvSpPr txBox="1"/>
              <p:nvPr/>
            </p:nvSpPr>
            <p:spPr>
              <a:xfrm>
                <a:off x="6935661" y="1766645"/>
                <a:ext cx="3774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Fira Sans" panose="020B0503050000020004" pitchFamily="34" charset="0"/>
                  </a:rPr>
                  <a:t>Le Dataset</a:t>
                </a:r>
                <a:endParaRPr lang="fr-MA" sz="2400" b="1" dirty="0">
                  <a:latin typeface="Fira Sans" panose="020B0503050000020004" pitchFamily="34" charset="0"/>
                </a:endParaRPr>
              </a:p>
            </p:txBody>
          </p:sp>
        </p:grp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0C46DA5-B336-4F14-A84F-32CC3E457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0" y="2997682"/>
            <a:ext cx="1964283" cy="196428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0765410-FAE6-429F-9443-4074239DDB0F}"/>
              </a:ext>
            </a:extLst>
          </p:cNvPr>
          <p:cNvGrpSpPr/>
          <p:nvPr/>
        </p:nvGrpSpPr>
        <p:grpSpPr>
          <a:xfrm>
            <a:off x="203351" y="9542815"/>
            <a:ext cx="2164789" cy="879489"/>
            <a:chOff x="7452693" y="2870475"/>
            <a:chExt cx="3719937" cy="87948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64E420C-EDAA-46BE-88DE-278699152D1B}"/>
                </a:ext>
              </a:extLst>
            </p:cNvPr>
            <p:cNvSpPr/>
            <p:nvPr/>
          </p:nvSpPr>
          <p:spPr>
            <a:xfrm>
              <a:off x="7452693" y="2870475"/>
              <a:ext cx="3719937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E1D25E-3FBA-4D14-8BA0-20BF2B14A7E1}"/>
                </a:ext>
              </a:extLst>
            </p:cNvPr>
            <p:cNvSpPr txBox="1"/>
            <p:nvPr/>
          </p:nvSpPr>
          <p:spPr>
            <a:xfrm>
              <a:off x="7467664" y="2918967"/>
              <a:ext cx="3704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1BA4AA-DC95-4422-A218-DF1BFA3CE7C4}"/>
              </a:ext>
            </a:extLst>
          </p:cNvPr>
          <p:cNvGrpSpPr/>
          <p:nvPr/>
        </p:nvGrpSpPr>
        <p:grpSpPr>
          <a:xfrm>
            <a:off x="765317" y="7901265"/>
            <a:ext cx="1165912" cy="1207885"/>
            <a:chOff x="6430173" y="2672514"/>
            <a:chExt cx="1165912" cy="120788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C0F1F0D-031B-4336-A13F-387B955A6D3F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E45F6C-4100-4CE7-8004-B2A552B21F48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E8165AF8-2D09-43F4-9B99-77CEE0320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10603294"/>
            <a:ext cx="1733253" cy="173325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A90C3-14BC-4075-8EAB-FE00B06D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8</a:t>
            </a:fld>
            <a:endParaRPr lang="fr-MA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BA99AB8-5888-4530-B1A2-7C784A1DE9CA}"/>
              </a:ext>
            </a:extLst>
          </p:cNvPr>
          <p:cNvSpPr/>
          <p:nvPr/>
        </p:nvSpPr>
        <p:spPr>
          <a:xfrm>
            <a:off x="3181111" y="7414325"/>
            <a:ext cx="8253654" cy="217435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08CAA8-F012-4605-9413-5BB3277FC796}"/>
              </a:ext>
            </a:extLst>
          </p:cNvPr>
          <p:cNvSpPr txBox="1"/>
          <p:nvPr/>
        </p:nvSpPr>
        <p:spPr>
          <a:xfrm>
            <a:off x="7379412" y="7479943"/>
            <a:ext cx="40553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ingredients_quantity : </a:t>
            </a:r>
            <a:r>
              <a:rPr lang="fr-FR" sz="1600" b="1" dirty="0">
                <a:solidFill>
                  <a:schemeClr val="bg1"/>
                </a:solidFill>
              </a:rPr>
              <a:t>Liste des quantités d'ingrédients utilisés dans la recette.</a:t>
            </a:r>
          </a:p>
          <a:p>
            <a:r>
              <a:rPr lang="fr-FR" sz="1600" b="1" dirty="0" err="1"/>
              <a:t>prep_time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Temps de préparation de la recette en minutes.</a:t>
            </a:r>
          </a:p>
          <a:p>
            <a:r>
              <a:rPr lang="fr-FR" sz="1600" b="1" dirty="0" err="1"/>
              <a:t>cook_time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Temps de cuisson de la recette en minutes.</a:t>
            </a:r>
          </a:p>
          <a:p>
            <a:r>
              <a:rPr lang="fr-FR" sz="1600" b="1" dirty="0"/>
              <a:t>instructions : </a:t>
            </a:r>
            <a:r>
              <a:rPr lang="fr-FR" sz="1600" b="1" dirty="0">
                <a:solidFill>
                  <a:schemeClr val="bg1"/>
                </a:solidFill>
              </a:rPr>
              <a:t>Instructions détaillées pour la préparation de la recette.</a:t>
            </a:r>
            <a:endParaRPr lang="fr-MA" sz="16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6CC09-E1E9-42D6-BCD6-171E8E74AB22}"/>
              </a:ext>
            </a:extLst>
          </p:cNvPr>
          <p:cNvSpPr txBox="1"/>
          <p:nvPr/>
        </p:nvSpPr>
        <p:spPr>
          <a:xfrm>
            <a:off x="3282317" y="7508453"/>
            <a:ext cx="4141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name : </a:t>
            </a:r>
            <a:r>
              <a:rPr lang="fr-FR" sz="1600" b="1" dirty="0">
                <a:solidFill>
                  <a:schemeClr val="bg1"/>
                </a:solidFill>
              </a:rPr>
              <a:t>Nom de la recette.</a:t>
            </a:r>
          </a:p>
          <a:p>
            <a:r>
              <a:rPr lang="fr-FR" sz="1600" b="1" dirty="0"/>
              <a:t>description: </a:t>
            </a:r>
            <a:r>
              <a:rPr lang="fr-FR" sz="1600" b="1" dirty="0">
                <a:solidFill>
                  <a:schemeClr val="bg1"/>
                </a:solidFill>
              </a:rPr>
              <a:t>Courte description de la recette.</a:t>
            </a:r>
          </a:p>
          <a:p>
            <a:r>
              <a:rPr lang="fr-FR" sz="1600" b="1" dirty="0"/>
              <a:t>cuisine : </a:t>
            </a:r>
            <a:r>
              <a:rPr lang="fr-FR" sz="1600" b="1" dirty="0">
                <a:solidFill>
                  <a:schemeClr val="bg1"/>
                </a:solidFill>
              </a:rPr>
              <a:t>Type de cuisine associé à la recette</a:t>
            </a:r>
          </a:p>
          <a:p>
            <a:r>
              <a:rPr lang="fr-FR" sz="1600" b="1" dirty="0"/>
              <a:t>course : </a:t>
            </a:r>
            <a:r>
              <a:rPr lang="fr-FR" sz="1600" b="1" dirty="0">
                <a:solidFill>
                  <a:schemeClr val="bg1"/>
                </a:solidFill>
              </a:rPr>
              <a:t>Type de plat </a:t>
            </a:r>
          </a:p>
          <a:p>
            <a:r>
              <a:rPr lang="fr-FR" sz="1600" b="1" dirty="0" err="1"/>
              <a:t>diet</a:t>
            </a:r>
            <a:r>
              <a:rPr lang="fr-FR" sz="1600" b="1" dirty="0"/>
              <a:t> : </a:t>
            </a:r>
            <a:r>
              <a:rPr lang="fr-FR" sz="1600" b="1" dirty="0">
                <a:solidFill>
                  <a:schemeClr val="bg1"/>
                </a:solidFill>
              </a:rPr>
              <a:t>Restriction diététique</a:t>
            </a:r>
          </a:p>
          <a:p>
            <a:r>
              <a:rPr lang="fr-FR" sz="1600" b="1" dirty="0"/>
              <a:t>ingredients_name : </a:t>
            </a:r>
            <a:r>
              <a:rPr lang="fr-FR" sz="1600" b="1" dirty="0">
                <a:solidFill>
                  <a:schemeClr val="bg1"/>
                </a:solidFill>
              </a:rPr>
              <a:t>Liste des noms d'ingrédients utilisés dans la recette.</a:t>
            </a:r>
          </a:p>
          <a:p>
            <a:endParaRPr lang="fr-FR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21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F75B08-099E-4B32-B884-EBCC64461A3E}"/>
              </a:ext>
            </a:extLst>
          </p:cNvPr>
          <p:cNvGrpSpPr/>
          <p:nvPr/>
        </p:nvGrpSpPr>
        <p:grpSpPr>
          <a:xfrm>
            <a:off x="203351" y="2075215"/>
            <a:ext cx="2164789" cy="879489"/>
            <a:chOff x="7452693" y="2870475"/>
            <a:chExt cx="3719937" cy="87948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1DD71E0-F69C-4347-AAF6-C88375D3A0B0}"/>
                </a:ext>
              </a:extLst>
            </p:cNvPr>
            <p:cNvSpPr/>
            <p:nvPr/>
          </p:nvSpPr>
          <p:spPr>
            <a:xfrm>
              <a:off x="7452693" y="2870475"/>
              <a:ext cx="3719937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DBDD05-77ED-4569-8DAA-49944F16F130}"/>
                </a:ext>
              </a:extLst>
            </p:cNvPr>
            <p:cNvSpPr txBox="1"/>
            <p:nvPr/>
          </p:nvSpPr>
          <p:spPr>
            <a:xfrm>
              <a:off x="7467664" y="2918967"/>
              <a:ext cx="3704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13F820-119E-414E-B90F-BEBD67463A2F}"/>
              </a:ext>
            </a:extLst>
          </p:cNvPr>
          <p:cNvGrpSpPr/>
          <p:nvPr/>
        </p:nvGrpSpPr>
        <p:grpSpPr>
          <a:xfrm>
            <a:off x="765317" y="433665"/>
            <a:ext cx="1165912" cy="1207885"/>
            <a:chOff x="6430173" y="2672514"/>
            <a:chExt cx="1165912" cy="120788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F5C3F6-1F50-42F3-946D-7854015FFBE2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4DAA58-7070-459D-955A-B65083B3B8B5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B914BD2-2BEE-4CBC-A63B-EABC3BFC7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3135694"/>
            <a:ext cx="1733253" cy="1733253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4922640" y="298627"/>
            <a:ext cx="4727575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 de Recommandation Utilisés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702DAC-4144-4E06-AD5B-32F4E2D6316A}"/>
              </a:ext>
            </a:extLst>
          </p:cNvPr>
          <p:cNvGrpSpPr/>
          <p:nvPr/>
        </p:nvGrpSpPr>
        <p:grpSpPr>
          <a:xfrm>
            <a:off x="2971800" y="1254634"/>
            <a:ext cx="8929914" cy="5086864"/>
            <a:chOff x="2971800" y="1254634"/>
            <a:chExt cx="8929914" cy="508686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B6152BB-0AB6-4C7D-AE3E-506F2E2383A1}"/>
                </a:ext>
              </a:extLst>
            </p:cNvPr>
            <p:cNvSpPr/>
            <p:nvPr/>
          </p:nvSpPr>
          <p:spPr>
            <a:xfrm>
              <a:off x="2971800" y="1254634"/>
              <a:ext cx="8929914" cy="508686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56C5F6-423F-4801-83C8-C58F36DE327F}"/>
                </a:ext>
              </a:extLst>
            </p:cNvPr>
            <p:cNvSpPr txBox="1"/>
            <p:nvPr/>
          </p:nvSpPr>
          <p:spPr>
            <a:xfrm>
              <a:off x="3653971" y="2117259"/>
              <a:ext cx="8247743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Nous allons explorer trois approches différentes pour recommander des recettes :</a:t>
              </a:r>
            </a:p>
            <a:p>
              <a:endParaRPr lang="fr-FR" sz="2400" b="1" dirty="0">
                <a:solidFill>
                  <a:schemeClr val="bg1"/>
                </a:solidFill>
              </a:endParaRPr>
            </a:p>
            <a:p>
              <a:pPr marL="457200" indent="-457200">
                <a:buFont typeface="+mj-lt"/>
                <a:buAutoNum type="arabicParenR"/>
              </a:pPr>
              <a:r>
                <a:rPr lang="fr-FR" sz="2400" b="1" dirty="0">
                  <a:solidFill>
                    <a:srgbClr val="00FEFE"/>
                  </a:solidFill>
                </a:rPr>
                <a:t>KNN (K-</a:t>
              </a:r>
              <a:r>
                <a:rPr lang="fr-FR" sz="2400" b="1" dirty="0" err="1">
                  <a:solidFill>
                    <a:srgbClr val="00FEFE"/>
                  </a:solidFill>
                </a:rPr>
                <a:t>Nearest</a:t>
              </a:r>
              <a:r>
                <a:rPr lang="fr-FR" sz="2400" b="1" dirty="0">
                  <a:solidFill>
                    <a:srgbClr val="00FEFE"/>
                  </a:solidFill>
                </a:rPr>
                <a:t> Neighbors) : </a:t>
              </a:r>
              <a:r>
                <a:rPr lang="fr-FR" sz="2400" b="1" dirty="0">
                  <a:solidFill>
                    <a:schemeClr val="bg1"/>
                  </a:solidFill>
                </a:rPr>
                <a:t>Basé sur la similarité des ingrédients.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fr-FR" sz="2400" b="1" dirty="0">
                  <a:solidFill>
                    <a:srgbClr val="00FEFE"/>
                  </a:solidFill>
                </a:rPr>
                <a:t>SVD (</a:t>
              </a:r>
              <a:r>
                <a:rPr lang="fr-FR" sz="2400" b="1" dirty="0" err="1">
                  <a:solidFill>
                    <a:srgbClr val="00FEFE"/>
                  </a:solidFill>
                </a:rPr>
                <a:t>Singular</a:t>
              </a:r>
              <a:r>
                <a:rPr lang="fr-FR" sz="2400" b="1" dirty="0">
                  <a:solidFill>
                    <a:srgbClr val="00FEFE"/>
                  </a:solidFill>
                </a:rPr>
                <a:t> Value </a:t>
              </a:r>
              <a:r>
                <a:rPr lang="fr-FR" sz="2400" b="1" dirty="0" err="1">
                  <a:solidFill>
                    <a:srgbClr val="00FEFE"/>
                  </a:solidFill>
                </a:rPr>
                <a:t>Decomposition</a:t>
              </a:r>
              <a:r>
                <a:rPr lang="fr-FR" sz="2400" b="1" dirty="0">
                  <a:solidFill>
                    <a:srgbClr val="00FEFE"/>
                  </a:solidFill>
                </a:rPr>
                <a:t>) : </a:t>
              </a:r>
              <a:r>
                <a:rPr lang="fr-FR" sz="2400" b="1" dirty="0">
                  <a:solidFill>
                    <a:schemeClr val="bg1"/>
                  </a:solidFill>
                </a:rPr>
                <a:t>Utilise la réduction de dimension pour une représentation plus concise des ingrédients.</a:t>
              </a:r>
            </a:p>
            <a:p>
              <a:pPr marL="457200" indent="-457200">
                <a:buFont typeface="+mj-lt"/>
                <a:buAutoNum type="arabicParenR"/>
              </a:pPr>
              <a:r>
                <a:rPr lang="fr-FR" sz="2400" b="1" dirty="0">
                  <a:solidFill>
                    <a:srgbClr val="00FEFE"/>
                  </a:solidFill>
                </a:rPr>
                <a:t>TF-IDF (</a:t>
              </a:r>
              <a:r>
                <a:rPr lang="fr-FR" sz="2400" b="1" dirty="0" err="1">
                  <a:solidFill>
                    <a:srgbClr val="00FEFE"/>
                  </a:solidFill>
                </a:rPr>
                <a:t>Term</a:t>
              </a:r>
              <a:r>
                <a:rPr lang="fr-FR" sz="2400" b="1" dirty="0">
                  <a:solidFill>
                    <a:srgbClr val="00FEFE"/>
                  </a:solidFill>
                </a:rPr>
                <a:t> Frequency-Inverse Document Frequency) : </a:t>
              </a:r>
              <a:r>
                <a:rPr lang="fr-FR" sz="2400" b="1" dirty="0">
                  <a:solidFill>
                    <a:schemeClr val="bg1"/>
                  </a:solidFill>
                </a:rPr>
                <a:t>Pèse les termes en fonction de leur importance dans le corpus.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11E4958-252E-445A-BA80-A7605A86D5ED}"/>
                </a:ext>
              </a:extLst>
            </p:cNvPr>
            <p:cNvGrpSpPr/>
            <p:nvPr/>
          </p:nvGrpSpPr>
          <p:grpSpPr>
            <a:xfrm>
              <a:off x="3181111" y="1382833"/>
              <a:ext cx="1985976" cy="615455"/>
              <a:chOff x="3181111" y="1382833"/>
              <a:chExt cx="4201056" cy="615455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B1AE3D5-AB6C-471E-847A-ACB7237FA404}"/>
                  </a:ext>
                </a:extLst>
              </p:cNvPr>
              <p:cNvSpPr/>
              <p:nvPr/>
            </p:nvSpPr>
            <p:spPr>
              <a:xfrm>
                <a:off x="3183910" y="1382833"/>
                <a:ext cx="4198257" cy="615455"/>
              </a:xfrm>
              <a:prstGeom prst="roundRect">
                <a:avLst/>
              </a:prstGeom>
              <a:solidFill>
                <a:srgbClr val="1EAB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80E4D5F-4544-42D1-956F-84A87E4084BF}"/>
                  </a:ext>
                </a:extLst>
              </p:cNvPr>
              <p:cNvSpPr txBox="1"/>
              <p:nvPr/>
            </p:nvSpPr>
            <p:spPr>
              <a:xfrm>
                <a:off x="3181111" y="1455114"/>
                <a:ext cx="4198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Fira Sans Condensed SemiBold" panose="020B0603050000020004" pitchFamily="34" charset="0"/>
                  </a:rPr>
                  <a:t>Introduction :</a:t>
                </a:r>
                <a:endParaRPr lang="fr-MA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CD50D7-AD0F-4E9A-8A77-79F661E82B06}"/>
              </a:ext>
            </a:extLst>
          </p:cNvPr>
          <p:cNvGrpSpPr/>
          <p:nvPr/>
        </p:nvGrpSpPr>
        <p:grpSpPr>
          <a:xfrm>
            <a:off x="130663" y="-6008186"/>
            <a:ext cx="2236576" cy="2346163"/>
            <a:chOff x="130663" y="240214"/>
            <a:chExt cx="2236576" cy="23461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361069-9BCD-4847-9F92-2A285CABBF90}"/>
                </a:ext>
              </a:extLst>
            </p:cNvPr>
            <p:cNvGrpSpPr/>
            <p:nvPr/>
          </p:nvGrpSpPr>
          <p:grpSpPr>
            <a:xfrm>
              <a:off x="665995" y="240214"/>
              <a:ext cx="1165912" cy="1207885"/>
              <a:chOff x="5836085" y="1392282"/>
              <a:chExt cx="1165912" cy="1207885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BD152FE-D146-4E9A-86CB-D873CFB2C14A}"/>
                  </a:ext>
                </a:extLst>
              </p:cNvPr>
              <p:cNvSpPr/>
              <p:nvPr/>
            </p:nvSpPr>
            <p:spPr>
              <a:xfrm>
                <a:off x="5836085" y="1392282"/>
                <a:ext cx="1165912" cy="1207885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rgbClr val="3260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6C539B-BC62-453C-8000-74B8267FE4C5}"/>
                  </a:ext>
                </a:extLst>
              </p:cNvPr>
              <p:cNvSpPr txBox="1"/>
              <p:nvPr/>
            </p:nvSpPr>
            <p:spPr>
              <a:xfrm>
                <a:off x="6156540" y="1517647"/>
                <a:ext cx="6741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5400" b="1" dirty="0">
                    <a:solidFill>
                      <a:srgbClr val="3260C2"/>
                    </a:solidFill>
                  </a:rPr>
                  <a:t>1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B8020BA-3E89-45B7-84EA-ED97E2A155D8}"/>
                </a:ext>
              </a:extLst>
            </p:cNvPr>
            <p:cNvGrpSpPr/>
            <p:nvPr/>
          </p:nvGrpSpPr>
          <p:grpSpPr>
            <a:xfrm>
              <a:off x="130663" y="1708773"/>
              <a:ext cx="2236576" cy="877604"/>
              <a:chOff x="6419039" y="1557422"/>
              <a:chExt cx="4807361" cy="87760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64FC5A9C-C1EC-44F8-B516-2E4B8B3BEE52}"/>
                  </a:ext>
                </a:extLst>
              </p:cNvPr>
              <p:cNvSpPr/>
              <p:nvPr/>
            </p:nvSpPr>
            <p:spPr>
              <a:xfrm>
                <a:off x="6419039" y="1557422"/>
                <a:ext cx="4807361" cy="877604"/>
              </a:xfrm>
              <a:prstGeom prst="roundRect">
                <a:avLst/>
              </a:prstGeom>
              <a:solidFill>
                <a:srgbClr val="3260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44187C-6DA9-4555-BC4C-EAA346F4934A}"/>
                  </a:ext>
                </a:extLst>
              </p:cNvPr>
              <p:cNvSpPr txBox="1"/>
              <p:nvPr/>
            </p:nvSpPr>
            <p:spPr>
              <a:xfrm>
                <a:off x="6935661" y="1766645"/>
                <a:ext cx="3774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latin typeface="Fira Sans" panose="020B0503050000020004" pitchFamily="34" charset="0"/>
                  </a:rPr>
                  <a:t>Le Dataset</a:t>
                </a:r>
                <a:endParaRPr lang="fr-MA" sz="2400" b="1" dirty="0">
                  <a:latin typeface="Fira Sans" panose="020B0503050000020004" pitchFamily="34" charset="0"/>
                </a:endParaRPr>
              </a:p>
            </p:txBody>
          </p:sp>
        </p:grp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89D97EA7-9438-44C1-B2A5-969F1400E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0" y="-3250718"/>
            <a:ext cx="1964283" cy="19642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62AA8-382E-478F-A681-8D942EBA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9</a:t>
            </a:fld>
            <a:endParaRPr lang="fr-MA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8F22C00-F4F4-4AAE-9E3B-7B447DA1A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723" y="8030638"/>
            <a:ext cx="2900937" cy="29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1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F75B08-099E-4B32-B884-EBCC64461A3E}"/>
              </a:ext>
            </a:extLst>
          </p:cNvPr>
          <p:cNvGrpSpPr/>
          <p:nvPr/>
        </p:nvGrpSpPr>
        <p:grpSpPr>
          <a:xfrm>
            <a:off x="203351" y="2075215"/>
            <a:ext cx="2164789" cy="879489"/>
            <a:chOff x="7452693" y="2870475"/>
            <a:chExt cx="3719937" cy="87948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1DD71E0-F69C-4347-AAF6-C88375D3A0B0}"/>
                </a:ext>
              </a:extLst>
            </p:cNvPr>
            <p:cNvSpPr/>
            <p:nvPr/>
          </p:nvSpPr>
          <p:spPr>
            <a:xfrm>
              <a:off x="7452693" y="2870475"/>
              <a:ext cx="3719937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DBDD05-77ED-4569-8DAA-49944F16F130}"/>
                </a:ext>
              </a:extLst>
            </p:cNvPr>
            <p:cNvSpPr txBox="1"/>
            <p:nvPr/>
          </p:nvSpPr>
          <p:spPr>
            <a:xfrm>
              <a:off x="7467664" y="2918967"/>
              <a:ext cx="3704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13F820-119E-414E-B90F-BEBD67463A2F}"/>
              </a:ext>
            </a:extLst>
          </p:cNvPr>
          <p:cNvGrpSpPr/>
          <p:nvPr/>
        </p:nvGrpSpPr>
        <p:grpSpPr>
          <a:xfrm>
            <a:off x="765317" y="433665"/>
            <a:ext cx="1165912" cy="1207885"/>
            <a:chOff x="6430173" y="2672514"/>
            <a:chExt cx="1165912" cy="120788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F5C3F6-1F50-42F3-946D-7854015FFBE2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44DAA58-7070-459D-955A-B65083B3B8B5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B914BD2-2BEE-4CBC-A63B-EABC3BFC7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3135694"/>
            <a:ext cx="1733253" cy="1733253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4922640" y="298627"/>
            <a:ext cx="4727575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 de Recommandation Utilisés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230832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56C5F6-423F-4801-83C8-C58F36DE327F}"/>
              </a:ext>
            </a:extLst>
          </p:cNvPr>
          <p:cNvSpPr txBox="1"/>
          <p:nvPr/>
        </p:nvSpPr>
        <p:spPr>
          <a:xfrm>
            <a:off x="3653971" y="2117259"/>
            <a:ext cx="8247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Utiliser ces modèles afin de mieux comprendre leurs points forts et limites dans le contexte des recommandations de recettes 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390889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Objectif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4943A0-F73B-4473-BCEB-0C3C2B3A7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723" y="3763438"/>
            <a:ext cx="2900937" cy="290093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1E6365-0120-431C-9B00-B1043144EC39}"/>
              </a:ext>
            </a:extLst>
          </p:cNvPr>
          <p:cNvGrpSpPr/>
          <p:nvPr/>
        </p:nvGrpSpPr>
        <p:grpSpPr>
          <a:xfrm>
            <a:off x="309729" y="9652261"/>
            <a:ext cx="2206604" cy="877604"/>
            <a:chOff x="7668185" y="4246854"/>
            <a:chExt cx="3701006" cy="87760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855CE5E-D952-4D29-8B0E-AE78B0E5182B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1116B4-200D-407A-B492-599E9D5A218B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BDCCA09-038B-4DBB-9D91-6CECEA01B4D7}"/>
              </a:ext>
            </a:extLst>
          </p:cNvPr>
          <p:cNvGrpSpPr/>
          <p:nvPr/>
        </p:nvGrpSpPr>
        <p:grpSpPr>
          <a:xfrm>
            <a:off x="767423" y="8189520"/>
            <a:ext cx="1165912" cy="1207885"/>
            <a:chOff x="6454463" y="4081713"/>
            <a:chExt cx="1165912" cy="120788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EBAC497-421C-44F2-8F26-C62803563D15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F0DC97-B9EA-46D0-84EB-FD874AF1706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0CC1B561-3A9F-42DE-A3BF-9CE41FEE4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10733474"/>
            <a:ext cx="2539682" cy="25396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7D1F5-71B8-4BB0-93B7-3B8ADE32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10</a:t>
            </a:fld>
            <a:endParaRPr lang="fr-MA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05355B-ECBC-404A-A378-6553A7F6C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7960796"/>
            <a:ext cx="2081062" cy="20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58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31286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56C5F6-423F-4801-83C8-C58F36DE327F}"/>
              </a:ext>
            </a:extLst>
          </p:cNvPr>
          <p:cNvSpPr txBox="1"/>
          <p:nvPr/>
        </p:nvSpPr>
        <p:spPr>
          <a:xfrm>
            <a:off x="3653971" y="2117259"/>
            <a:ext cx="8247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algorithme d'apprentissage supervisé.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Recherche les k recettes les plus proches d'une recette donnée ou d'une liste d'ingrédients.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La "proximité" est mesurée par une métrique de distance (ici, la similarité cosinus).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3785746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Explication du modèle KNN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03D9D81-2A37-450D-829D-EDC55AC4F78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C8C2B3D-F925-4D06-9E4A-EAEBE3A8382D}"/>
              </a:ext>
            </a:extLst>
          </p:cNvPr>
          <p:cNvGrpSpPr/>
          <p:nvPr/>
        </p:nvGrpSpPr>
        <p:grpSpPr>
          <a:xfrm>
            <a:off x="203351" y="-3639785"/>
            <a:ext cx="2164789" cy="879489"/>
            <a:chOff x="7452693" y="2870475"/>
            <a:chExt cx="3719937" cy="87948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92F4B4C-874C-4F9B-AB00-E401299A95C6}"/>
                </a:ext>
              </a:extLst>
            </p:cNvPr>
            <p:cNvSpPr/>
            <p:nvPr/>
          </p:nvSpPr>
          <p:spPr>
            <a:xfrm>
              <a:off x="7452693" y="2870475"/>
              <a:ext cx="3719937" cy="877604"/>
            </a:xfrm>
            <a:prstGeom prst="roundRect">
              <a:avLst/>
            </a:prstGeom>
            <a:solidFill>
              <a:srgbClr val="089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006C85-454D-4D6D-AFDD-D19A07C20D2C}"/>
                </a:ext>
              </a:extLst>
            </p:cNvPr>
            <p:cNvSpPr txBox="1"/>
            <p:nvPr/>
          </p:nvSpPr>
          <p:spPr>
            <a:xfrm>
              <a:off x="7467664" y="2918967"/>
              <a:ext cx="3704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latin typeface="Fira Sans" panose="020B0503050000020004" pitchFamily="34" charset="0"/>
                </a:rPr>
                <a:t>Introduction aux modèles</a:t>
              </a:r>
              <a:endParaRPr lang="fr-MA" sz="24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EE3031-7A60-468B-A56C-92477B539D53}"/>
              </a:ext>
            </a:extLst>
          </p:cNvPr>
          <p:cNvGrpSpPr/>
          <p:nvPr/>
        </p:nvGrpSpPr>
        <p:grpSpPr>
          <a:xfrm>
            <a:off x="765317" y="-5281335"/>
            <a:ext cx="1165912" cy="1207885"/>
            <a:chOff x="6430173" y="2672514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0CEA537-8A7E-4928-9F31-D113B19CBC6F}"/>
                </a:ext>
              </a:extLst>
            </p:cNvPr>
            <p:cNvSpPr/>
            <p:nvPr/>
          </p:nvSpPr>
          <p:spPr>
            <a:xfrm>
              <a:off x="6430173" y="2672514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89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1198C6-88B3-43D4-9474-711FA7B00EA0}"/>
                </a:ext>
              </a:extLst>
            </p:cNvPr>
            <p:cNvSpPr txBox="1"/>
            <p:nvPr/>
          </p:nvSpPr>
          <p:spPr>
            <a:xfrm>
              <a:off x="6750632" y="2811531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0899E8"/>
                  </a:solidFill>
                </a:rPr>
                <a:t>2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3194CBE1-2CF3-4491-B90A-2DBFD7F3D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9" y="-2579306"/>
            <a:ext cx="1733253" cy="173325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6082B-7946-4B32-9EBE-604B7F04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11</a:t>
            </a:fld>
            <a:endParaRPr lang="fr-MA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056964A-46F1-4A5F-8B7C-4539FBDFD2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4455596"/>
            <a:ext cx="2081062" cy="20810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DAC123F-F546-4AF1-9543-8C88AB475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496" y="4383315"/>
            <a:ext cx="2900937" cy="29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9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23BE469-F317-458C-9CDE-3E5B1BEFA53A}"/>
              </a:ext>
            </a:extLst>
          </p:cNvPr>
          <p:cNvGrpSpPr/>
          <p:nvPr/>
        </p:nvGrpSpPr>
        <p:grpSpPr>
          <a:xfrm>
            <a:off x="2255065" y="311940"/>
            <a:ext cx="10358276" cy="7189677"/>
            <a:chOff x="12042249" y="2645602"/>
            <a:chExt cx="6191250" cy="516255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DED96EB-063C-40CB-9E4C-CD04DF35F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42249" y="2645602"/>
              <a:ext cx="6191250" cy="516255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523366-5EA8-4466-B136-13BF0FCD78D7}"/>
                </a:ext>
              </a:extLst>
            </p:cNvPr>
            <p:cNvSpPr/>
            <p:nvPr/>
          </p:nvSpPr>
          <p:spPr>
            <a:xfrm>
              <a:off x="13165998" y="3113474"/>
              <a:ext cx="4178105" cy="69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4105060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Comment KNN est utilisé ici ?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06D2D81-D407-4801-8C14-3CF36B27B29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CBF52-B907-4732-A912-8781ED1E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12</a:t>
            </a:fld>
            <a:endParaRPr lang="fr-M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555841-9D3A-48B8-9095-F8648EEF294D}"/>
              </a:ext>
            </a:extLst>
          </p:cNvPr>
          <p:cNvSpPr/>
          <p:nvPr/>
        </p:nvSpPr>
        <p:spPr>
          <a:xfrm>
            <a:off x="13164691" y="1254635"/>
            <a:ext cx="8929914" cy="31286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24346B-03EA-414D-B377-46B22C85D177}"/>
              </a:ext>
            </a:extLst>
          </p:cNvPr>
          <p:cNvSpPr txBox="1"/>
          <p:nvPr/>
        </p:nvSpPr>
        <p:spPr>
          <a:xfrm>
            <a:off x="13846862" y="2117259"/>
            <a:ext cx="8247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algorithme d'apprentissage supervisé.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Recherche les k recettes les plus proches d'une recette donnée ou d'une liste d'ingrédients.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La "proximité" est mesurée par une métrique de distance (ici, la similarité cosinus).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0ABDB3-5FAA-4E3F-9FCD-A31C7A7BB9D9}"/>
              </a:ext>
            </a:extLst>
          </p:cNvPr>
          <p:cNvGrpSpPr/>
          <p:nvPr/>
        </p:nvGrpSpPr>
        <p:grpSpPr>
          <a:xfrm>
            <a:off x="13374002" y="1382833"/>
            <a:ext cx="3785746" cy="903278"/>
            <a:chOff x="3181111" y="1382833"/>
            <a:chExt cx="4201056" cy="90327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724E31E-C311-4F51-8B20-71A5CF00DD2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D38274-ADF2-4F2C-B0BB-233E138AD166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Explication du modèle KNN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34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E2F6F-08E5-499C-A966-8A3FE84D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7C5C3-1701-4D95-BC68-76B42B24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13</a:t>
            </a:fld>
            <a:endParaRPr lang="fr-M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E9020-635A-4548-B5CC-F85FAD0BDE4D}"/>
              </a:ext>
            </a:extLst>
          </p:cNvPr>
          <p:cNvGrpSpPr/>
          <p:nvPr/>
        </p:nvGrpSpPr>
        <p:grpSpPr>
          <a:xfrm>
            <a:off x="309729" y="7634779"/>
            <a:ext cx="2206604" cy="877604"/>
            <a:chOff x="7668185" y="4246854"/>
            <a:chExt cx="3701006" cy="87760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C4080AB-E0CD-492D-ACA4-88161E685655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CDDB68-9559-4EF6-BFF0-5829F735B5E2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485279D-4303-4C55-8B5C-6E797E51D6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8790978"/>
            <a:ext cx="1242411" cy="12424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14D42A-D81E-4451-89B3-2D6B78296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8E7885-B38C-45F6-A003-37F0D35966A9}"/>
              </a:ext>
            </a:extLst>
          </p:cNvPr>
          <p:cNvGrpSpPr/>
          <p:nvPr/>
        </p:nvGrpSpPr>
        <p:grpSpPr>
          <a:xfrm>
            <a:off x="2971800" y="1254634"/>
            <a:ext cx="8929914" cy="5017609"/>
            <a:chOff x="2971800" y="1254634"/>
            <a:chExt cx="8929914" cy="501760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B6152BB-0AB6-4C7D-AE3E-506F2E2383A1}"/>
                </a:ext>
              </a:extLst>
            </p:cNvPr>
            <p:cNvSpPr/>
            <p:nvPr/>
          </p:nvSpPr>
          <p:spPr>
            <a:xfrm>
              <a:off x="2971800" y="1254634"/>
              <a:ext cx="8929914" cy="5017609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11E4958-252E-445A-BA80-A7605A86D5ED}"/>
                </a:ext>
              </a:extLst>
            </p:cNvPr>
            <p:cNvGrpSpPr/>
            <p:nvPr/>
          </p:nvGrpSpPr>
          <p:grpSpPr>
            <a:xfrm>
              <a:off x="3181111" y="1382833"/>
              <a:ext cx="1623118" cy="615455"/>
              <a:chOff x="3181111" y="1382833"/>
              <a:chExt cx="4201056" cy="615455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B1AE3D5-AB6C-471E-847A-ACB7237FA404}"/>
                  </a:ext>
                </a:extLst>
              </p:cNvPr>
              <p:cNvSpPr/>
              <p:nvPr/>
            </p:nvSpPr>
            <p:spPr>
              <a:xfrm>
                <a:off x="3183910" y="1382833"/>
                <a:ext cx="4198257" cy="615455"/>
              </a:xfrm>
              <a:prstGeom prst="roundRect">
                <a:avLst/>
              </a:prstGeom>
              <a:solidFill>
                <a:srgbClr val="1EAB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80E4D5F-4544-42D1-956F-84A87E4084BF}"/>
                  </a:ext>
                </a:extLst>
              </p:cNvPr>
              <p:cNvSpPr txBox="1"/>
              <p:nvPr/>
            </p:nvSpPr>
            <p:spPr>
              <a:xfrm>
                <a:off x="3181111" y="1455114"/>
                <a:ext cx="4198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Fira Sans Condensed SemiBold" panose="020B0603050000020004" pitchFamily="34" charset="0"/>
                  </a:rPr>
                  <a:t>Code KNN :</a:t>
                </a:r>
                <a:endParaRPr lang="fr-MA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C63770-45ED-453E-A2E9-4D21618AA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8659" y="1998288"/>
              <a:ext cx="5553616" cy="3974306"/>
            </a:xfrm>
            <a:prstGeom prst="roundRect">
              <a:avLst>
                <a:gd name="adj" fmla="val 4759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16660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KNN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E2F6F-08E5-499C-A966-8A3FE84D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7C5C3-1701-4D95-BC68-76B42B24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14</a:t>
            </a:fld>
            <a:endParaRPr lang="fr-M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E9020-635A-4548-B5CC-F85FAD0BDE4D}"/>
              </a:ext>
            </a:extLst>
          </p:cNvPr>
          <p:cNvGrpSpPr/>
          <p:nvPr/>
        </p:nvGrpSpPr>
        <p:grpSpPr>
          <a:xfrm>
            <a:off x="309729" y="7634779"/>
            <a:ext cx="2206604" cy="877604"/>
            <a:chOff x="7668185" y="4246854"/>
            <a:chExt cx="3701006" cy="87760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C4080AB-E0CD-492D-ACA4-88161E685655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CDDB68-9559-4EF6-BFF0-5829F735B5E2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485279D-4303-4C55-8B5C-6E797E51D6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8790978"/>
            <a:ext cx="1242411" cy="12424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14D42A-D81E-4451-89B3-2D6B78296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7114971-7C2D-4FC5-BB8D-E23BC524C5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4" b="53313"/>
          <a:stretch/>
        </p:blipFill>
        <p:spPr>
          <a:xfrm>
            <a:off x="3995268" y="2315082"/>
            <a:ext cx="7255490" cy="3288284"/>
          </a:xfrm>
          <a:prstGeom prst="roundRect">
            <a:avLst>
              <a:gd name="adj" fmla="val 511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86414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KNN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E2F6F-08E5-499C-A966-8A3FE84D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7C5C3-1701-4D95-BC68-76B42B24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15</a:t>
            </a:fld>
            <a:endParaRPr lang="fr-M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E9020-635A-4548-B5CC-F85FAD0BDE4D}"/>
              </a:ext>
            </a:extLst>
          </p:cNvPr>
          <p:cNvGrpSpPr/>
          <p:nvPr/>
        </p:nvGrpSpPr>
        <p:grpSpPr>
          <a:xfrm>
            <a:off x="309729" y="7634779"/>
            <a:ext cx="2206604" cy="877604"/>
            <a:chOff x="7668185" y="4246854"/>
            <a:chExt cx="3701006" cy="87760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C4080AB-E0CD-492D-ACA4-88161E685655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CDDB68-9559-4EF6-BFF0-5829F735B5E2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485279D-4303-4C55-8B5C-6E797E51D6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8790978"/>
            <a:ext cx="1242411" cy="12424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14D42A-D81E-4451-89B3-2D6B78296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9C9D5B-4842-47EB-B0DD-1FD94249F19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99" r="5461"/>
          <a:stretch/>
        </p:blipFill>
        <p:spPr>
          <a:xfrm>
            <a:off x="4123105" y="2159894"/>
            <a:ext cx="6673743" cy="3414484"/>
          </a:xfrm>
          <a:prstGeom prst="roundRect">
            <a:avLst>
              <a:gd name="adj" fmla="val 338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194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652648" y="233674"/>
            <a:ext cx="3568217" cy="704165"/>
            <a:chOff x="171450" y="800785"/>
            <a:chExt cx="9940123" cy="70416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KNN : K-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Nearest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Neighbors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3031430" cy="1272610"/>
            <a:chOff x="3181111" y="1382833"/>
            <a:chExt cx="4201056" cy="127261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 KNN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E2F6F-08E5-499C-A966-8A3FE84D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" y="3113474"/>
            <a:ext cx="2539682" cy="253968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7C5C3-1701-4D95-BC68-76B42B24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16</a:t>
            </a:fld>
            <a:endParaRPr lang="fr-M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E9020-635A-4548-B5CC-F85FAD0BDE4D}"/>
              </a:ext>
            </a:extLst>
          </p:cNvPr>
          <p:cNvGrpSpPr/>
          <p:nvPr/>
        </p:nvGrpSpPr>
        <p:grpSpPr>
          <a:xfrm>
            <a:off x="309729" y="7634779"/>
            <a:ext cx="2206604" cy="877604"/>
            <a:chOff x="7668185" y="4246854"/>
            <a:chExt cx="3701006" cy="87760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C4080AB-E0CD-492D-ACA4-88161E685655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CDDB68-9559-4EF6-BFF0-5829F735B5E2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485279D-4303-4C55-8B5C-6E797E51D6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8790978"/>
            <a:ext cx="1242411" cy="12424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14D42A-D81E-4451-89B3-2D6B78296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091A728-056F-490B-B9FA-EADB32200DC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" r="7411" b="5283"/>
          <a:stretch/>
        </p:blipFill>
        <p:spPr>
          <a:xfrm>
            <a:off x="3750809" y="2471063"/>
            <a:ext cx="7418336" cy="2625372"/>
          </a:xfrm>
          <a:prstGeom prst="roundRect">
            <a:avLst>
              <a:gd name="adj" fmla="val 627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9805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4974695" y="268002"/>
            <a:ext cx="4623466" cy="945297"/>
            <a:chOff x="171450" y="800785"/>
            <a:chExt cx="9940123" cy="94529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31286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56C5F6-423F-4801-83C8-C58F36DE327F}"/>
              </a:ext>
            </a:extLst>
          </p:cNvPr>
          <p:cNvSpPr txBox="1"/>
          <p:nvPr/>
        </p:nvSpPr>
        <p:spPr>
          <a:xfrm>
            <a:off x="3653971" y="2117259"/>
            <a:ext cx="8247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Un modèle de réduction de dimension.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Décompose la matrice des ingrédients en matrices plus petites.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Capture les aspects les plus importants des données, en réduisant le bruit et la complexité.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3785746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Explication du modèle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6AA089-2198-4DCC-B53A-E6754EFEDD1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51418-4862-453B-8596-CDEA58B0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17</a:t>
            </a:fld>
            <a:endParaRPr lang="fr-MA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2FB78A-CCC7-480E-9D6B-88CD2C1B2466}"/>
              </a:ext>
            </a:extLst>
          </p:cNvPr>
          <p:cNvGrpSpPr/>
          <p:nvPr/>
        </p:nvGrpSpPr>
        <p:grpSpPr>
          <a:xfrm>
            <a:off x="-3551073" y="2032261"/>
            <a:ext cx="2206604" cy="877604"/>
            <a:chOff x="7668185" y="4246854"/>
            <a:chExt cx="3701006" cy="87760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A86D8DF-98D4-4980-9C61-E18E2C1D5740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A90732-22ED-47B0-9E6F-B6EE0F3A6EDE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KNN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6519F0C0-D7D8-4978-A31F-7446EEB5B55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3098" y="3113474"/>
            <a:ext cx="2539682" cy="2539682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CFA1BD-B1B8-4DF7-91AE-2C79F667D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4455596"/>
            <a:ext cx="2081062" cy="20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38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4105060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Comment SVD est utilisé ici ?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C5A16959-E31E-4C1B-980A-6D38378BF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3246" y="1711250"/>
            <a:ext cx="7363724" cy="55886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D83046-DDD6-4C68-BCEC-E33EA93A3F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3F87F6-9758-447A-ACCD-D570845B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89593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19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701E9A-C3E2-4337-B3C9-FC1E2972233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226"/>
          <a:stretch/>
        </p:blipFill>
        <p:spPr>
          <a:xfrm>
            <a:off x="3363722" y="2213253"/>
            <a:ext cx="8134987" cy="3654147"/>
          </a:xfrm>
          <a:prstGeom prst="roundRect">
            <a:avLst>
              <a:gd name="adj" fmla="val 384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38666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20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1E5338-C9C1-4D2B-A304-6FD3EDD950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4" r="-2" b="72870"/>
          <a:stretch/>
        </p:blipFill>
        <p:spPr>
          <a:xfrm>
            <a:off x="3363721" y="2228850"/>
            <a:ext cx="8134987" cy="2630863"/>
          </a:xfrm>
          <a:prstGeom prst="roundRect">
            <a:avLst>
              <a:gd name="adj" fmla="val 590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07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21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3F12A2-E573-4FD7-AFF6-818078134D9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78" r="-2" b="60657"/>
          <a:stretch/>
        </p:blipFill>
        <p:spPr>
          <a:xfrm>
            <a:off x="3369007" y="2241025"/>
            <a:ext cx="8134987" cy="2841515"/>
          </a:xfrm>
          <a:prstGeom prst="roundRect">
            <a:avLst>
              <a:gd name="adj" fmla="val 442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3720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22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FD93B4-BBD9-4677-8B1F-715F87BACD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09" r="-2" b="49647"/>
          <a:stretch/>
        </p:blipFill>
        <p:spPr>
          <a:xfrm>
            <a:off x="3369007" y="2301240"/>
            <a:ext cx="8134987" cy="2558474"/>
          </a:xfrm>
          <a:prstGeom prst="roundRect">
            <a:avLst>
              <a:gd name="adj" fmla="val 947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52680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23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2266F89-AF99-4804-AB5C-4EFE3BDB65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53" r="-2" b="37234"/>
          <a:stretch/>
        </p:blipFill>
        <p:spPr>
          <a:xfrm>
            <a:off x="3375929" y="2313365"/>
            <a:ext cx="8134987" cy="2875855"/>
          </a:xfrm>
          <a:prstGeom prst="roundRect">
            <a:avLst>
              <a:gd name="adj" fmla="val 523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4431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623118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24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331E960-38A7-4BDF-9099-90E7B12970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36" r="-2" b="21602"/>
          <a:stretch/>
        </p:blipFill>
        <p:spPr>
          <a:xfrm>
            <a:off x="3377210" y="2315394"/>
            <a:ext cx="8134987" cy="3628206"/>
          </a:xfrm>
          <a:prstGeom prst="roundRect">
            <a:avLst>
              <a:gd name="adj" fmla="val 548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3597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2914890" cy="1272610"/>
            <a:chOff x="3181111" y="1382833"/>
            <a:chExt cx="4201056" cy="127261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SVD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309729" y="2032261"/>
            <a:ext cx="2206604" cy="877604"/>
            <a:chOff x="7668185" y="4246854"/>
            <a:chExt cx="3701006" cy="8776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5BBE05-DE6C-429E-B315-D51701F7219C}"/>
              </a:ext>
            </a:extLst>
          </p:cNvPr>
          <p:cNvGrpSpPr/>
          <p:nvPr/>
        </p:nvGrpSpPr>
        <p:grpSpPr>
          <a:xfrm>
            <a:off x="5021948" y="290756"/>
            <a:ext cx="4805802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FB91D0-45B1-4780-9890-937C2C390AE8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892D31-F7EB-471A-AA36-6792770B5CCA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SVD :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Singular</a:t>
              </a:r>
              <a:r>
                <a:rPr lang="fr-F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Value </a:t>
              </a:r>
              <a:r>
                <a:rPr lang="fr-FR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Decomposition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1C669-6086-4925-94FD-50DED57A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3" y="3188460"/>
            <a:ext cx="1242411" cy="12424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58241-ED1D-4CD9-A3EB-858491AF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25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0A91F0-FA52-493C-A53C-9FFE86B780C2}"/>
              </a:ext>
            </a:extLst>
          </p:cNvPr>
          <p:cNvGrpSpPr/>
          <p:nvPr/>
        </p:nvGrpSpPr>
        <p:grpSpPr>
          <a:xfrm>
            <a:off x="140204" y="7444005"/>
            <a:ext cx="2536581" cy="1042588"/>
            <a:chOff x="7668185" y="4246854"/>
            <a:chExt cx="3520025" cy="104258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8C38C5-90AE-4B81-A0B6-20983090441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9CD036-FD44-47FE-8ACB-F99432DAAE4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5659-BBED-4A1D-99E8-58890888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8738652"/>
            <a:ext cx="2076791" cy="207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FC771E-0462-420E-9072-7645973DD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8189396"/>
            <a:ext cx="2081062" cy="20810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2FFDE6-E6F3-44DD-9C4B-4B671C7FF0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1" r="-1" b="6594"/>
          <a:stretch/>
        </p:blipFill>
        <p:spPr>
          <a:xfrm>
            <a:off x="3375182" y="2320290"/>
            <a:ext cx="8134987" cy="3489960"/>
          </a:xfrm>
          <a:prstGeom prst="roundRect">
            <a:avLst>
              <a:gd name="adj" fmla="val 513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1671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637F2B-DAE8-47FD-8430-6F74965AF931}"/>
              </a:ext>
            </a:extLst>
          </p:cNvPr>
          <p:cNvSpPr txBox="1"/>
          <p:nvPr/>
        </p:nvSpPr>
        <p:spPr>
          <a:xfrm>
            <a:off x="-8724160" y="1708773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bg1"/>
                </a:solidFill>
              </a:rPr>
              <a:t>Définition :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35EFA-4FC6-4C5A-A348-1D9522FDCAD8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19A53B-6798-49EF-A3E9-A89EA829DA0D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767A02-2FB5-481B-B7FD-8988746CDFF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31286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4119575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Explication du modèle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3EC0F1-00F1-4470-A6C3-1C6F264A26B2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47F61CA-A855-4065-8DA0-BE6C3BB47EDF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0C486-6C0F-4B7D-B703-504305E8BB37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44ACEB0-D9A8-4D7B-BFFA-E1742B073AD1}"/>
              </a:ext>
            </a:extLst>
          </p:cNvPr>
          <p:cNvSpPr txBox="1"/>
          <p:nvPr/>
        </p:nvSpPr>
        <p:spPr>
          <a:xfrm>
            <a:off x="3653971" y="2117259"/>
            <a:ext cx="8247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Pèse les mots en fonction de leur fréquence dans une recette et dans l'ensemble du </a:t>
            </a:r>
            <a:r>
              <a:rPr lang="fr-FR" sz="2400" b="1" dirty="0" err="1">
                <a:solidFill>
                  <a:schemeClr val="bg1"/>
                </a:solidFill>
              </a:rPr>
              <a:t>dataset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Donne plus de poids aux mots spécifiques à une recette qu'aux mots très fréquents dans toutes les recettes.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66477A-E7FD-4287-A9D3-47007FE52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09AAD-32CC-4247-A75C-DE827B49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26</a:t>
            </a:fld>
            <a:endParaRPr lang="fr-MA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BA700D-6119-44A3-A747-9254DC0DD2DA}"/>
              </a:ext>
            </a:extLst>
          </p:cNvPr>
          <p:cNvGrpSpPr/>
          <p:nvPr/>
        </p:nvGrpSpPr>
        <p:grpSpPr>
          <a:xfrm>
            <a:off x="-3696216" y="2032261"/>
            <a:ext cx="2206604" cy="877604"/>
            <a:chOff x="7668185" y="4246854"/>
            <a:chExt cx="3701006" cy="87760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84F8BCF-8162-4C86-9CFC-24CBF4EAE69C}"/>
                </a:ext>
              </a:extLst>
            </p:cNvPr>
            <p:cNvSpPr/>
            <p:nvPr/>
          </p:nvSpPr>
          <p:spPr>
            <a:xfrm>
              <a:off x="7668185" y="4246854"/>
              <a:ext cx="370100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97D4FB-26F7-4DD8-937A-A41012B28DEA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SVD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208027B-5397-473E-A45F-5DA7709070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38522" y="3188460"/>
            <a:ext cx="1242411" cy="1242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A2FFB-8EB2-401B-8655-C788B24E6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838" y="4455596"/>
            <a:ext cx="2081062" cy="20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09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65E4CB8-D860-42C5-B2CE-391D9BF5D24D}"/>
              </a:ext>
            </a:extLst>
          </p:cNvPr>
          <p:cNvGrpSpPr/>
          <p:nvPr/>
        </p:nvGrpSpPr>
        <p:grpSpPr>
          <a:xfrm>
            <a:off x="2262002" y="233389"/>
            <a:ext cx="10321884" cy="7139868"/>
            <a:chOff x="3000375" y="1870612"/>
            <a:chExt cx="6191250" cy="504825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8C11EE1-1C8C-409D-B9B4-3847E0C2E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0375" y="1870612"/>
              <a:ext cx="6191250" cy="504825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3C4655-320C-4394-9450-07E05DE784C5}"/>
                </a:ext>
              </a:extLst>
            </p:cNvPr>
            <p:cNvSpPr/>
            <p:nvPr/>
          </p:nvSpPr>
          <p:spPr>
            <a:xfrm>
              <a:off x="3822918" y="2446919"/>
              <a:ext cx="4334399" cy="507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4337289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Comment TF-IDF est utilisé ici ?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3C82F3-00B9-428A-90FB-D8CED1E5721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3BC094A-6716-47D1-9FB3-A5B6C1A20B41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C69C51C-D2E1-41C3-89B4-9F2097A2FA3F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A8B984E-C52E-47C8-AC7A-88E2B2E3DDC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FFC0861-B16D-4B44-8A91-76282F882073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CB10FD-548A-4DEF-A787-B5230A846D8D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3A1B6DA-AA8C-40FD-B880-F49E5F2F0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9F472-D752-498F-AE76-D289E57B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41850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992106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28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E91E9F-FA2F-4FE6-A01F-979C32818E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30"/>
          <a:stretch/>
        </p:blipFill>
        <p:spPr>
          <a:xfrm>
            <a:off x="3369263" y="2213254"/>
            <a:ext cx="8134987" cy="3418128"/>
          </a:xfrm>
          <a:prstGeom prst="roundRect">
            <a:avLst>
              <a:gd name="adj" fmla="val 39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99049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1" y="1382833"/>
            <a:ext cx="1992106" cy="903278"/>
            <a:chOff x="3181111" y="1382833"/>
            <a:chExt cx="4201056" cy="90327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Code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29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B8F9C6C-F23A-4917-86C6-356808ECEBE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71" b="68062"/>
          <a:stretch/>
        </p:blipFill>
        <p:spPr>
          <a:xfrm>
            <a:off x="3369263" y="2198768"/>
            <a:ext cx="8134987" cy="2276440"/>
          </a:xfrm>
          <a:prstGeom prst="roundRect">
            <a:avLst>
              <a:gd name="adj" fmla="val 39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8323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181589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30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AB0CED-125E-4E08-B6F1-7D656CD3C4E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38" b="50734"/>
          <a:stretch/>
        </p:blipFill>
        <p:spPr>
          <a:xfrm>
            <a:off x="3369263" y="2189986"/>
            <a:ext cx="8134987" cy="3089676"/>
          </a:xfrm>
          <a:prstGeom prst="roundRect">
            <a:avLst>
              <a:gd name="adj" fmla="val 39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29709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181589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31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FD006BE-94D6-44B3-AFF5-33A435D209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5" b="39389"/>
          <a:stretch/>
        </p:blipFill>
        <p:spPr>
          <a:xfrm>
            <a:off x="3369263" y="2208664"/>
            <a:ext cx="8134987" cy="2081941"/>
          </a:xfrm>
          <a:prstGeom prst="roundRect">
            <a:avLst>
              <a:gd name="adj" fmla="val 169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22463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181589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32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FC338B-D89B-489B-A218-C6EBA61EF2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4" b="23375"/>
          <a:stretch/>
        </p:blipFill>
        <p:spPr>
          <a:xfrm>
            <a:off x="3369263" y="2213254"/>
            <a:ext cx="8134987" cy="2842369"/>
          </a:xfrm>
          <a:prstGeom prst="roundRect">
            <a:avLst>
              <a:gd name="adj" fmla="val 39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67866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4"/>
            <a:ext cx="8929914" cy="501760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181589" cy="615455"/>
            <a:chOff x="3181111" y="1382833"/>
            <a:chExt cx="4201056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Test du modèle TF-IDF 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D87B3-84E0-46B1-A651-31D5A05749A8}"/>
              </a:ext>
            </a:extLst>
          </p:cNvPr>
          <p:cNvGrpSpPr/>
          <p:nvPr/>
        </p:nvGrpSpPr>
        <p:grpSpPr>
          <a:xfrm>
            <a:off x="767423" y="569520"/>
            <a:ext cx="1165912" cy="1207885"/>
            <a:chOff x="6454463" y="4081713"/>
            <a:chExt cx="1165912" cy="12078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188B23-16E6-4200-9231-3DDBD95AA4B7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9C70CF-A979-45AC-83BE-613105942E11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3822918" y="286069"/>
            <a:ext cx="6927019" cy="945297"/>
            <a:chOff x="171450" y="800785"/>
            <a:chExt cx="9940123" cy="94529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TF-IDF : Term Frequency-Inverse Document Frequency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C984EF-25C8-4EF7-A6EE-D4A4574B83E3}"/>
              </a:ext>
            </a:extLst>
          </p:cNvPr>
          <p:cNvGrpSpPr/>
          <p:nvPr/>
        </p:nvGrpSpPr>
        <p:grpSpPr>
          <a:xfrm>
            <a:off x="140204" y="2117259"/>
            <a:ext cx="2536581" cy="1042588"/>
            <a:chOff x="7668185" y="4246854"/>
            <a:chExt cx="3520025" cy="104258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19E5376-F3C3-407B-8423-D811CBDFDB30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31F7C4-2882-453E-90C1-9B7D2A77A8CF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8FC1062-EC8D-44E9-ADC5-65B30CEA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3411906"/>
            <a:ext cx="2076791" cy="20767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F6736-2819-460C-9F3B-1D39406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33</a:t>
            </a:fld>
            <a:endParaRPr lang="fr-M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ACB75D-338D-499E-A85F-C41350B1D195}"/>
              </a:ext>
            </a:extLst>
          </p:cNvPr>
          <p:cNvGrpSpPr/>
          <p:nvPr/>
        </p:nvGrpSpPr>
        <p:grpSpPr>
          <a:xfrm>
            <a:off x="290286" y="9211893"/>
            <a:ext cx="2208000" cy="880860"/>
            <a:chOff x="7121058" y="5752297"/>
            <a:chExt cx="2208000" cy="8808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DCE0BB-14AD-44E3-9B93-0BC72B1DB234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59C6E3-BDF1-4192-A888-C9EFCBDDC1C8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4193E-9D9A-423E-BAB3-5F6C25945592}"/>
              </a:ext>
            </a:extLst>
          </p:cNvPr>
          <p:cNvGrpSpPr/>
          <p:nvPr/>
        </p:nvGrpSpPr>
        <p:grpSpPr>
          <a:xfrm>
            <a:off x="828730" y="7615787"/>
            <a:ext cx="1165912" cy="1207885"/>
            <a:chOff x="5836085" y="5390255"/>
            <a:chExt cx="1165912" cy="12078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4935A2-AA7C-4425-91B8-D5BF29345D65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7D011-1306-472B-82B8-B66590D73BD4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04DBC-B837-4F91-B3CB-FA938D78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10284325"/>
            <a:ext cx="1930565" cy="19305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833E3-EF51-495C-8CEA-1CA970CD3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8321792"/>
            <a:ext cx="2377572" cy="20248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FC338B-D89B-489B-A218-C6EBA61EF2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62" b="7492"/>
          <a:stretch/>
        </p:blipFill>
        <p:spPr>
          <a:xfrm>
            <a:off x="3369263" y="2232304"/>
            <a:ext cx="8134987" cy="2843290"/>
          </a:xfrm>
          <a:prstGeom prst="roundRect">
            <a:avLst>
              <a:gd name="adj" fmla="val 39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751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34507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905489" cy="1272610"/>
            <a:chOff x="3181111" y="1382833"/>
            <a:chExt cx="4201056" cy="127261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0" y="1382833"/>
              <a:ext cx="419825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41982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Comparaison des approches: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2259540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663434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77CDE91-E22E-443D-8325-913300255A55}"/>
              </a:ext>
            </a:extLst>
          </p:cNvPr>
          <p:cNvSpPr txBox="1"/>
          <p:nvPr/>
        </p:nvSpPr>
        <p:spPr>
          <a:xfrm>
            <a:off x="3653971" y="2117259"/>
            <a:ext cx="8247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KNN: </a:t>
            </a:r>
            <a:r>
              <a:rPr lang="fr-FR" sz="2400" b="1" dirty="0">
                <a:solidFill>
                  <a:schemeClr val="bg1"/>
                </a:solidFill>
              </a:rPr>
              <a:t>Simple à implémenter, mais peut être coûteux en calcul pour de grands ensembles de données.</a:t>
            </a:r>
          </a:p>
          <a:p>
            <a:r>
              <a:rPr lang="fr-FR" sz="2400" b="1" dirty="0">
                <a:solidFill>
                  <a:srgbClr val="00FEFE"/>
                </a:solidFill>
              </a:rPr>
              <a:t>SVD: </a:t>
            </a:r>
            <a:r>
              <a:rPr lang="fr-FR" sz="2400" b="1" dirty="0">
                <a:solidFill>
                  <a:schemeClr val="bg1"/>
                </a:solidFill>
              </a:rPr>
              <a:t>Réduit la dimension des données, améliore l'efficacité, mais peut perdre des informations.</a:t>
            </a:r>
          </a:p>
          <a:p>
            <a:r>
              <a:rPr lang="fr-FR" sz="2400" b="1" dirty="0">
                <a:solidFill>
                  <a:srgbClr val="00FEFE"/>
                </a:solidFill>
              </a:rPr>
              <a:t>TF-IDF: </a:t>
            </a:r>
            <a:r>
              <a:rPr lang="fr-FR" sz="2400" b="1" dirty="0">
                <a:solidFill>
                  <a:schemeClr val="bg1"/>
                </a:solidFill>
              </a:rPr>
              <a:t>Met en évidence les mots clés, mais peut ne pas tenir compte des relations sémantiques.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331972"/>
            <a:ext cx="1930565" cy="19305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D12B04-E263-40DC-8E25-640E638D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34</a:t>
            </a:fld>
            <a:endParaRPr lang="fr-M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266141-BF09-4C00-BE67-24D213DD993D}"/>
              </a:ext>
            </a:extLst>
          </p:cNvPr>
          <p:cNvGrpSpPr/>
          <p:nvPr/>
        </p:nvGrpSpPr>
        <p:grpSpPr>
          <a:xfrm>
            <a:off x="767423" y="-5468427"/>
            <a:ext cx="1165912" cy="1207885"/>
            <a:chOff x="6454463" y="4081713"/>
            <a:chExt cx="1165912" cy="120788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3E3FED2-8193-48A5-98AF-E72FE1A43001}"/>
                </a:ext>
              </a:extLst>
            </p:cNvPr>
            <p:cNvSpPr/>
            <p:nvPr/>
          </p:nvSpPr>
          <p:spPr>
            <a:xfrm>
              <a:off x="6454463" y="4081713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5A3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9DA62-CD73-47C3-B1CB-014FAA9A6E0B}"/>
                </a:ext>
              </a:extLst>
            </p:cNvPr>
            <p:cNvSpPr txBox="1"/>
            <p:nvPr/>
          </p:nvSpPr>
          <p:spPr>
            <a:xfrm>
              <a:off x="6777518" y="4242294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F5A309"/>
                  </a:solidFill>
                </a:rPr>
                <a:t>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37141D-FE08-4888-B26B-23EA6269BE58}"/>
              </a:ext>
            </a:extLst>
          </p:cNvPr>
          <p:cNvGrpSpPr/>
          <p:nvPr/>
        </p:nvGrpSpPr>
        <p:grpSpPr>
          <a:xfrm>
            <a:off x="140204" y="-3920688"/>
            <a:ext cx="2536581" cy="1042588"/>
            <a:chOff x="7668185" y="4246854"/>
            <a:chExt cx="3520025" cy="104258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8201564-3FBE-41E8-9511-FE4CA4170D4B}"/>
                </a:ext>
              </a:extLst>
            </p:cNvPr>
            <p:cNvSpPr/>
            <p:nvPr/>
          </p:nvSpPr>
          <p:spPr>
            <a:xfrm>
              <a:off x="7668185" y="4246854"/>
              <a:ext cx="3339046" cy="877604"/>
            </a:xfrm>
            <a:prstGeom prst="roundRect">
              <a:avLst/>
            </a:prstGeom>
            <a:solidFill>
              <a:srgbClr val="F5A3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BF888B-5841-446D-AF00-D5C328A04390}"/>
                </a:ext>
              </a:extLst>
            </p:cNvPr>
            <p:cNvSpPr txBox="1"/>
            <p:nvPr/>
          </p:nvSpPr>
          <p:spPr>
            <a:xfrm>
              <a:off x="7849164" y="4458445"/>
              <a:ext cx="333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latin typeface="Fira Sans" panose="020B0503050000020004" pitchFamily="34" charset="0"/>
                </a:rPr>
                <a:t>Modèle TF-IDF</a:t>
              </a:r>
              <a:endParaRPr lang="fr-MA" sz="1600" b="1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F2363704-3FD6-401E-9401-D0B162F5A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" y="-2626041"/>
            <a:ext cx="2076791" cy="20767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7DE6DD-F07D-4732-B65C-7DAB54941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12" y="4778492"/>
            <a:ext cx="2377572" cy="20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04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1998288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402182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070720"/>
            <a:ext cx="1930565" cy="193056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51038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333991" cy="615455"/>
            <a:chOff x="3181111" y="1382833"/>
            <a:chExt cx="3586307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1" y="1382833"/>
              <a:ext cx="358350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3586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Évaluation des Modèles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77CDE91-E22E-443D-8325-913300255A55}"/>
              </a:ext>
            </a:extLst>
          </p:cNvPr>
          <p:cNvSpPr txBox="1"/>
          <p:nvPr/>
        </p:nvSpPr>
        <p:spPr>
          <a:xfrm>
            <a:off x="3838999" y="2117258"/>
            <a:ext cx="295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Code de l’</a:t>
            </a:r>
            <a:r>
              <a:rPr lang="fr-FR" sz="2400" b="1" dirty="0" err="1">
                <a:solidFill>
                  <a:srgbClr val="00FEFE"/>
                </a:solidFill>
              </a:rPr>
              <a:t>evaluation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B04F-03F4-41E6-A1F7-22127AF3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35</a:t>
            </a:fld>
            <a:endParaRPr lang="fr-M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696ECF-6BFE-4549-A916-2E460AADE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9279513"/>
            <a:ext cx="2435767" cy="2435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0D3BAC-A334-4A02-A20A-A1B3215AC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031" y="2596182"/>
            <a:ext cx="3795930" cy="3647863"/>
          </a:xfrm>
          <a:prstGeom prst="roundRect">
            <a:avLst>
              <a:gd name="adj" fmla="val 43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286E20-1A77-45F6-B13B-73375CBA6B89}"/>
              </a:ext>
            </a:extLst>
          </p:cNvPr>
          <p:cNvSpPr/>
          <p:nvPr/>
        </p:nvSpPr>
        <p:spPr>
          <a:xfrm>
            <a:off x="7766169" y="2573767"/>
            <a:ext cx="3795930" cy="3670278"/>
          </a:xfrm>
          <a:prstGeom prst="roundRect">
            <a:avLst>
              <a:gd name="adj" fmla="val 4413"/>
            </a:avLst>
          </a:prstGeom>
          <a:solidFill>
            <a:srgbClr val="F1F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F0E11B-CB30-4D91-9051-08F015100DFA}"/>
              </a:ext>
            </a:extLst>
          </p:cNvPr>
          <p:cNvSpPr txBox="1"/>
          <p:nvPr/>
        </p:nvSpPr>
        <p:spPr>
          <a:xfrm>
            <a:off x="8744334" y="2048151"/>
            <a:ext cx="1583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Explication </a:t>
            </a:r>
            <a:endParaRPr lang="fr-MA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43CF3-7A79-4615-82CA-0F6F5D8B42E2}"/>
              </a:ext>
            </a:extLst>
          </p:cNvPr>
          <p:cNvSpPr txBox="1"/>
          <p:nvPr/>
        </p:nvSpPr>
        <p:spPr>
          <a:xfrm>
            <a:off x="7751447" y="2634283"/>
            <a:ext cx="38934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Initialisation : </a:t>
            </a:r>
            <a:r>
              <a:rPr lang="fr-FR" sz="1400" dirty="0"/>
              <a:t>Un dictionnaire stocke les scores de précision, rappel et similarité cosinus pour chaque recette.</a:t>
            </a:r>
          </a:p>
          <a:p>
            <a:r>
              <a:rPr lang="fr-FR" sz="1400" b="1" dirty="0"/>
              <a:t>Échantillonnage : </a:t>
            </a:r>
            <a:r>
              <a:rPr lang="fr-FR" sz="1400" dirty="0"/>
              <a:t>Un sous-ensemble aléatoire de </a:t>
            </a:r>
            <a:r>
              <a:rPr lang="fr-FR" sz="1400" dirty="0" err="1"/>
              <a:t>n_samples</a:t>
            </a:r>
            <a:r>
              <a:rPr lang="fr-FR" sz="1400" dirty="0"/>
              <a:t> recettes est sélectionné pour l’évaluation.</a:t>
            </a:r>
          </a:p>
          <a:p>
            <a:r>
              <a:rPr lang="fr-FR" sz="1400" b="1" dirty="0"/>
              <a:t>Évaluation : </a:t>
            </a:r>
            <a:r>
              <a:rPr lang="fr-FR" sz="1400" dirty="0"/>
              <a:t>Pour chaque recette, on génère des recommandations, calcule la similarité cosinus et compare les résultats à une vérité terrain simulée (recettes pertinentes = même cuisine).</a:t>
            </a:r>
          </a:p>
          <a:p>
            <a:r>
              <a:rPr lang="fr-FR" sz="1400" b="1" dirty="0"/>
              <a:t>Visualisation : </a:t>
            </a:r>
            <a:r>
              <a:rPr lang="fr-FR" sz="1400" dirty="0"/>
              <a:t>Des graphiques montrent la précision, le rappel et la similarité cosinus par recette.</a:t>
            </a:r>
          </a:p>
          <a:p>
            <a:r>
              <a:rPr lang="fr-FR" sz="1400" b="1" dirty="0"/>
              <a:t>Moyennes : </a:t>
            </a:r>
            <a:r>
              <a:rPr lang="fr-FR" sz="1400" dirty="0"/>
              <a:t>Les scores moyens de précision, rappel et similarité sont affichés pour évaluer les performances globales.</a:t>
            </a:r>
            <a:endParaRPr lang="fr-MA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F6DFAD-1078-43A6-9E27-7C1AE210281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664"/>
          <a:stretch/>
        </p:blipFill>
        <p:spPr>
          <a:xfrm>
            <a:off x="3789065" y="7868690"/>
            <a:ext cx="7163800" cy="33955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639EA51-D8E5-4939-B06F-578CC5C5D448}"/>
              </a:ext>
            </a:extLst>
          </p:cNvPr>
          <p:cNvSpPr txBox="1"/>
          <p:nvPr/>
        </p:nvSpPr>
        <p:spPr>
          <a:xfrm>
            <a:off x="5599315" y="7274862"/>
            <a:ext cx="354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FEFE"/>
                </a:solidFill>
                <a:latin typeface="Bahnschrift SemiBold" panose="020B0502040204020203" pitchFamily="34" charset="0"/>
              </a:rPr>
              <a:t>Les métriques utilisées :</a:t>
            </a:r>
          </a:p>
        </p:txBody>
      </p:sp>
    </p:spTree>
    <p:extLst>
      <p:ext uri="{BB962C8B-B14F-4D97-AF65-F5344CB8AC3E}">
        <p14:creationId xmlns:p14="http://schemas.microsoft.com/office/powerpoint/2010/main" val="3288008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1998288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402182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070720"/>
            <a:ext cx="1930565" cy="193056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51038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E4958-252E-445A-BA80-A7605A86D5ED}"/>
              </a:ext>
            </a:extLst>
          </p:cNvPr>
          <p:cNvGrpSpPr/>
          <p:nvPr/>
        </p:nvGrpSpPr>
        <p:grpSpPr>
          <a:xfrm>
            <a:off x="3181110" y="1382833"/>
            <a:ext cx="3333991" cy="615455"/>
            <a:chOff x="3181111" y="1382833"/>
            <a:chExt cx="3586307" cy="61545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B1AE3D5-AB6C-471E-847A-ACB7237FA404}"/>
                </a:ext>
              </a:extLst>
            </p:cNvPr>
            <p:cNvSpPr/>
            <p:nvPr/>
          </p:nvSpPr>
          <p:spPr>
            <a:xfrm>
              <a:off x="3183911" y="1382833"/>
              <a:ext cx="358350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E4D5F-4544-42D1-956F-84A87E4084BF}"/>
                </a:ext>
              </a:extLst>
            </p:cNvPr>
            <p:cNvSpPr txBox="1"/>
            <p:nvPr/>
          </p:nvSpPr>
          <p:spPr>
            <a:xfrm>
              <a:off x="3181111" y="1455114"/>
              <a:ext cx="3586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Évaluation des Modèles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B04F-03F4-41E6-A1F7-22127AF3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36</a:t>
            </a:fld>
            <a:endParaRPr lang="fr-M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696ECF-6BFE-4549-A916-2E460AADE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9279513"/>
            <a:ext cx="2435767" cy="2435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B4494-B6EA-4B22-B280-0CCE18DA13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64"/>
          <a:stretch/>
        </p:blipFill>
        <p:spPr>
          <a:xfrm>
            <a:off x="3789065" y="2706753"/>
            <a:ext cx="7163800" cy="33955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F9C5B7-6DBE-4F52-8E89-507881294233}"/>
              </a:ext>
            </a:extLst>
          </p:cNvPr>
          <p:cNvSpPr txBox="1"/>
          <p:nvPr/>
        </p:nvSpPr>
        <p:spPr>
          <a:xfrm>
            <a:off x="5599315" y="2112925"/>
            <a:ext cx="354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FEFE"/>
                </a:solidFill>
                <a:latin typeface="Bahnschrift SemiBold" panose="020B0502040204020203" pitchFamily="34" charset="0"/>
              </a:rPr>
              <a:t>Les métriques utilisées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7C8A31-5D20-49EF-BCA8-48AF2408D54B}"/>
              </a:ext>
            </a:extLst>
          </p:cNvPr>
          <p:cNvSpPr txBox="1"/>
          <p:nvPr/>
        </p:nvSpPr>
        <p:spPr>
          <a:xfrm>
            <a:off x="19008160" y="2117258"/>
            <a:ext cx="2950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Code de l’</a:t>
            </a:r>
            <a:r>
              <a:rPr lang="fr-FR" sz="2400" b="1" dirty="0" err="1">
                <a:solidFill>
                  <a:srgbClr val="00FEFE"/>
                </a:solidFill>
              </a:rPr>
              <a:t>evaluation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90B4BCF-02F3-4CA1-A641-38F7B8D4C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3192" y="2596182"/>
            <a:ext cx="3795930" cy="3647863"/>
          </a:xfrm>
          <a:prstGeom prst="roundRect">
            <a:avLst>
              <a:gd name="adj" fmla="val 43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9AB48DC-6C81-47B5-9D30-1312FAD185C2}"/>
              </a:ext>
            </a:extLst>
          </p:cNvPr>
          <p:cNvSpPr/>
          <p:nvPr/>
        </p:nvSpPr>
        <p:spPr>
          <a:xfrm>
            <a:off x="22935330" y="2573767"/>
            <a:ext cx="3795930" cy="3670278"/>
          </a:xfrm>
          <a:prstGeom prst="roundRect">
            <a:avLst>
              <a:gd name="adj" fmla="val 4413"/>
            </a:avLst>
          </a:prstGeom>
          <a:solidFill>
            <a:srgbClr val="F1F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7679E6-1697-40A4-BC72-175F4BF29815}"/>
              </a:ext>
            </a:extLst>
          </p:cNvPr>
          <p:cNvSpPr txBox="1"/>
          <p:nvPr/>
        </p:nvSpPr>
        <p:spPr>
          <a:xfrm>
            <a:off x="23913495" y="2048151"/>
            <a:ext cx="1583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Explication </a:t>
            </a:r>
            <a:endParaRPr lang="fr-MA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18252E-A43C-4C8E-8A63-2336189F7486}"/>
              </a:ext>
            </a:extLst>
          </p:cNvPr>
          <p:cNvSpPr txBox="1"/>
          <p:nvPr/>
        </p:nvSpPr>
        <p:spPr>
          <a:xfrm>
            <a:off x="22920608" y="2634283"/>
            <a:ext cx="38934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Initialisation : </a:t>
            </a:r>
            <a:r>
              <a:rPr lang="fr-FR" sz="1400" dirty="0"/>
              <a:t>Un dictionnaire stocke les scores de précision, rappel et similarité cosinus pour chaque recette.</a:t>
            </a:r>
          </a:p>
          <a:p>
            <a:r>
              <a:rPr lang="fr-FR" sz="1400" b="1" dirty="0"/>
              <a:t>Échantillonnage : </a:t>
            </a:r>
            <a:r>
              <a:rPr lang="fr-FR" sz="1400" dirty="0"/>
              <a:t>Un sous-ensemble aléatoire de </a:t>
            </a:r>
            <a:r>
              <a:rPr lang="fr-FR" sz="1400" dirty="0" err="1"/>
              <a:t>n_samples</a:t>
            </a:r>
            <a:r>
              <a:rPr lang="fr-FR" sz="1400" dirty="0"/>
              <a:t> recettes est sélectionné pour l’évaluation.</a:t>
            </a:r>
          </a:p>
          <a:p>
            <a:r>
              <a:rPr lang="fr-FR" sz="1400" b="1" dirty="0"/>
              <a:t>Évaluation : </a:t>
            </a:r>
            <a:r>
              <a:rPr lang="fr-FR" sz="1400" dirty="0"/>
              <a:t>Pour chaque recette, on génère des recommandations, calcule la similarité cosinus et compare les résultats à une vérité terrain simulée (recettes pertinentes = même cuisine).</a:t>
            </a:r>
          </a:p>
          <a:p>
            <a:r>
              <a:rPr lang="fr-FR" sz="1400" b="1" dirty="0"/>
              <a:t>Visualisation : </a:t>
            </a:r>
            <a:r>
              <a:rPr lang="fr-FR" sz="1400" dirty="0"/>
              <a:t>Des graphiques montrent la précision, le rappel et la similarité cosinus par recette.</a:t>
            </a:r>
          </a:p>
          <a:p>
            <a:r>
              <a:rPr lang="fr-FR" sz="1400" b="1" dirty="0"/>
              <a:t>Moyennes : </a:t>
            </a:r>
            <a:r>
              <a:rPr lang="fr-FR" sz="1400" dirty="0"/>
              <a:t>Les scores moyens de précision, rappel et similarité sont affichés pour évaluer les performances globales.</a:t>
            </a:r>
            <a:endParaRPr lang="fr-MA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8EC65D-09F4-4E34-B041-9D69A79ADE70}"/>
              </a:ext>
            </a:extLst>
          </p:cNvPr>
          <p:cNvSpPr txBox="1"/>
          <p:nvPr/>
        </p:nvSpPr>
        <p:spPr>
          <a:xfrm>
            <a:off x="3653971" y="7371432"/>
            <a:ext cx="824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Evaluation de modèle KNN :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0DB7B61-369F-4FD4-A236-C722E866A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324" y="8033575"/>
            <a:ext cx="6973741" cy="323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79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1998288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402182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070720"/>
            <a:ext cx="1930565" cy="193056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51038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7CDE91-E22E-443D-8325-913300255A55}"/>
              </a:ext>
            </a:extLst>
          </p:cNvPr>
          <p:cNvSpPr txBox="1"/>
          <p:nvPr/>
        </p:nvSpPr>
        <p:spPr>
          <a:xfrm>
            <a:off x="3653971" y="2117259"/>
            <a:ext cx="824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Evaluation de modèle KNN :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B04F-03F4-41E6-A1F7-22127AF3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37</a:t>
            </a:fld>
            <a:endParaRPr lang="fr-M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696ECF-6BFE-4549-A916-2E460AADE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9279513"/>
            <a:ext cx="2435767" cy="2435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FF3EFC-D77A-436F-A87C-185E45059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324" y="2779402"/>
            <a:ext cx="6973741" cy="32315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EC8EA8-392C-431B-9F49-DEC148D64F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664"/>
          <a:stretch/>
        </p:blipFill>
        <p:spPr>
          <a:xfrm>
            <a:off x="14311928" y="2706753"/>
            <a:ext cx="7163800" cy="33955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4006D45-60D0-42EA-BC4E-2695CEABE231}"/>
              </a:ext>
            </a:extLst>
          </p:cNvPr>
          <p:cNvSpPr txBox="1"/>
          <p:nvPr/>
        </p:nvSpPr>
        <p:spPr>
          <a:xfrm>
            <a:off x="16122178" y="2112925"/>
            <a:ext cx="354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FEFE"/>
                </a:solidFill>
                <a:latin typeface="Bahnschrift SemiBold" panose="020B0502040204020203" pitchFamily="34" charset="0"/>
              </a:rPr>
              <a:t>Les métriques utilisées 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122E3C-9EDD-4144-876C-336F0D220E2C}"/>
              </a:ext>
            </a:extLst>
          </p:cNvPr>
          <p:cNvGrpSpPr/>
          <p:nvPr/>
        </p:nvGrpSpPr>
        <p:grpSpPr>
          <a:xfrm>
            <a:off x="3181110" y="1382833"/>
            <a:ext cx="3333991" cy="615455"/>
            <a:chOff x="3181111" y="1382833"/>
            <a:chExt cx="3586307" cy="61545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CC18908-52EA-461F-B400-BEBA28E9ED94}"/>
                </a:ext>
              </a:extLst>
            </p:cNvPr>
            <p:cNvSpPr/>
            <p:nvPr/>
          </p:nvSpPr>
          <p:spPr>
            <a:xfrm>
              <a:off x="3183911" y="1382833"/>
              <a:ext cx="358350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B40E40-C0A6-4B26-BB2F-A994B4093BE9}"/>
                </a:ext>
              </a:extLst>
            </p:cNvPr>
            <p:cNvSpPr txBox="1"/>
            <p:nvPr/>
          </p:nvSpPr>
          <p:spPr>
            <a:xfrm>
              <a:off x="3181111" y="1455114"/>
              <a:ext cx="3586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Évaluation des Modèles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220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1998288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402182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070720"/>
            <a:ext cx="1930565" cy="193056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51038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7CDE91-E22E-443D-8325-913300255A55}"/>
              </a:ext>
            </a:extLst>
          </p:cNvPr>
          <p:cNvSpPr txBox="1"/>
          <p:nvPr/>
        </p:nvSpPr>
        <p:spPr>
          <a:xfrm>
            <a:off x="3653971" y="2117259"/>
            <a:ext cx="824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Evaluation de modèle SVD :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B04F-03F4-41E6-A1F7-22127AF3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38</a:t>
            </a:fld>
            <a:endParaRPr lang="fr-M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696ECF-6BFE-4549-A916-2E460AADE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9279513"/>
            <a:ext cx="2435767" cy="24357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A3A4E5-D923-4A9F-928E-92CE27543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324" y="2779402"/>
            <a:ext cx="6973741" cy="3231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88350-0776-4819-99BA-5780DF782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324" y="2779402"/>
            <a:ext cx="6973741" cy="323159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518E9B3-5CD6-44AA-9234-87A9F95707BC}"/>
              </a:ext>
            </a:extLst>
          </p:cNvPr>
          <p:cNvGrpSpPr/>
          <p:nvPr/>
        </p:nvGrpSpPr>
        <p:grpSpPr>
          <a:xfrm>
            <a:off x="3181110" y="1382833"/>
            <a:ext cx="3333991" cy="615455"/>
            <a:chOff x="3181111" y="1382833"/>
            <a:chExt cx="3586307" cy="61545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BB66BE7-AA35-4084-A33C-493A9777C365}"/>
                </a:ext>
              </a:extLst>
            </p:cNvPr>
            <p:cNvSpPr/>
            <p:nvPr/>
          </p:nvSpPr>
          <p:spPr>
            <a:xfrm>
              <a:off x="3183911" y="1382833"/>
              <a:ext cx="358350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2DF590-A728-46B3-A8C1-8DF42E7AF29D}"/>
                </a:ext>
              </a:extLst>
            </p:cNvPr>
            <p:cNvSpPr txBox="1"/>
            <p:nvPr/>
          </p:nvSpPr>
          <p:spPr>
            <a:xfrm>
              <a:off x="3181111" y="1455114"/>
              <a:ext cx="3586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Évaluation des Modèles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7162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723900" y="0"/>
            <a:ext cx="3390900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75B3CA-B67E-470B-B6D8-D459292FB511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DE3A58-B8D8-41E4-A012-A3BA5A4505FA}"/>
              </a:ext>
            </a:extLst>
          </p:cNvPr>
          <p:cNvGrpSpPr/>
          <p:nvPr/>
        </p:nvGrpSpPr>
        <p:grpSpPr>
          <a:xfrm>
            <a:off x="5741307" y="301959"/>
            <a:ext cx="3390900" cy="704165"/>
            <a:chOff x="171450" y="800785"/>
            <a:chExt cx="9940123" cy="70416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1F8006A-24E7-4292-9119-98BA81766D9F}"/>
                </a:ext>
              </a:extLst>
            </p:cNvPr>
            <p:cNvSpPr/>
            <p:nvPr/>
          </p:nvSpPr>
          <p:spPr>
            <a:xfrm>
              <a:off x="171450" y="800785"/>
              <a:ext cx="9810751" cy="7041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2F2317-E787-4F1E-A518-AA24C46AAD04}"/>
                </a:ext>
              </a:extLst>
            </p:cNvPr>
            <p:cNvSpPr txBox="1"/>
            <p:nvPr/>
          </p:nvSpPr>
          <p:spPr>
            <a:xfrm>
              <a:off x="300823" y="915085"/>
              <a:ext cx="98107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Comparaison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 des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 SemiConden" panose="020B0502040204020203" pitchFamily="34" charset="0"/>
                </a:rPr>
                <a:t>Modèles</a:t>
              </a:r>
              <a:endPara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3DFE36-712F-41CB-8C70-9AF82C30C294}"/>
              </a:ext>
            </a:extLst>
          </p:cNvPr>
          <p:cNvGrpSpPr/>
          <p:nvPr/>
        </p:nvGrpSpPr>
        <p:grpSpPr>
          <a:xfrm>
            <a:off x="290286" y="1998288"/>
            <a:ext cx="2208000" cy="880860"/>
            <a:chOff x="7121058" y="5752297"/>
            <a:chExt cx="2208000" cy="8808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6736DF-3F98-4A98-BDB4-CE62EB4AC223}"/>
                </a:ext>
              </a:extLst>
            </p:cNvPr>
            <p:cNvSpPr/>
            <p:nvPr/>
          </p:nvSpPr>
          <p:spPr>
            <a:xfrm>
              <a:off x="7121058" y="5752297"/>
              <a:ext cx="2208000" cy="877604"/>
            </a:xfrm>
            <a:prstGeom prst="roundRect">
              <a:avLst/>
            </a:prstGeom>
            <a:solidFill>
              <a:srgbClr val="A45A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D7739C-9578-48D3-8273-DEC9B5423D96}"/>
                </a:ext>
              </a:extLst>
            </p:cNvPr>
            <p:cNvSpPr txBox="1"/>
            <p:nvPr/>
          </p:nvSpPr>
          <p:spPr>
            <a:xfrm>
              <a:off x="7228937" y="5802160"/>
              <a:ext cx="2100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Comparaison </a:t>
              </a:r>
            </a:p>
            <a:p>
              <a:pPr marL="0" indent="0">
                <a:buNone/>
              </a:pPr>
              <a:r>
                <a:rPr lang="fr-FR" sz="2400" b="1" dirty="0">
                  <a:latin typeface="Fira Sans" panose="020B0503050000020004" pitchFamily="34" charset="0"/>
                </a:rPr>
                <a:t>et Évaluation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97113A-1E57-4FC1-83B3-8AA05B06EDCF}"/>
              </a:ext>
            </a:extLst>
          </p:cNvPr>
          <p:cNvGrpSpPr/>
          <p:nvPr/>
        </p:nvGrpSpPr>
        <p:grpSpPr>
          <a:xfrm>
            <a:off x="828730" y="402182"/>
            <a:ext cx="1165912" cy="1207885"/>
            <a:chOff x="5836085" y="5390255"/>
            <a:chExt cx="1165912" cy="120788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82DB43-063A-4C08-AD98-8F1A2E51B283}"/>
                </a:ext>
              </a:extLst>
            </p:cNvPr>
            <p:cNvSpPr/>
            <p:nvPr/>
          </p:nvSpPr>
          <p:spPr>
            <a:xfrm>
              <a:off x="5836085" y="5390255"/>
              <a:ext cx="1165912" cy="120788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A45A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39758B-2B44-4054-ADC3-E5F1407B233E}"/>
                </a:ext>
              </a:extLst>
            </p:cNvPr>
            <p:cNvSpPr txBox="1"/>
            <p:nvPr/>
          </p:nvSpPr>
          <p:spPr>
            <a:xfrm>
              <a:off x="6156540" y="5539605"/>
              <a:ext cx="6741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5400" b="1" dirty="0">
                  <a:solidFill>
                    <a:srgbClr val="A45AB6"/>
                  </a:solidFill>
                </a:rPr>
                <a:t>4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D4B92C-6E0E-42E7-85D1-19B4323C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0" y="3070720"/>
            <a:ext cx="1930565" cy="193056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B6152BB-0AB6-4C7D-AE3E-506F2E2383A1}"/>
              </a:ext>
            </a:extLst>
          </p:cNvPr>
          <p:cNvSpPr/>
          <p:nvPr/>
        </p:nvSpPr>
        <p:spPr>
          <a:xfrm>
            <a:off x="2971800" y="1254635"/>
            <a:ext cx="8929914" cy="51038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7CDE91-E22E-443D-8325-913300255A55}"/>
              </a:ext>
            </a:extLst>
          </p:cNvPr>
          <p:cNvSpPr txBox="1"/>
          <p:nvPr/>
        </p:nvSpPr>
        <p:spPr>
          <a:xfrm>
            <a:off x="3653971" y="2117259"/>
            <a:ext cx="824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FEFE"/>
                </a:solidFill>
              </a:rPr>
              <a:t>Evaluation de modèle TF-IDF: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B04F-03F4-41E6-A1F7-22127AF3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39</a:t>
            </a:fld>
            <a:endParaRPr lang="fr-M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696ECF-6BFE-4549-A916-2E460AADE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9279513"/>
            <a:ext cx="2435767" cy="2435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88350-0776-4819-99BA-5780DF782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324" y="2779402"/>
            <a:ext cx="6973741" cy="3231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A7F7F7-8C90-4CF7-A428-9895EEE4F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325" y="2779402"/>
            <a:ext cx="6973740" cy="323159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ACE6F66-5CBC-4F52-AAE9-713A5FCF825F}"/>
              </a:ext>
            </a:extLst>
          </p:cNvPr>
          <p:cNvGrpSpPr/>
          <p:nvPr/>
        </p:nvGrpSpPr>
        <p:grpSpPr>
          <a:xfrm>
            <a:off x="3181110" y="1382833"/>
            <a:ext cx="3333991" cy="615455"/>
            <a:chOff x="3181111" y="1382833"/>
            <a:chExt cx="3586307" cy="61545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C38F812-911C-46C0-8175-22A663598B6B}"/>
                </a:ext>
              </a:extLst>
            </p:cNvPr>
            <p:cNvSpPr/>
            <p:nvPr/>
          </p:nvSpPr>
          <p:spPr>
            <a:xfrm>
              <a:off x="3183911" y="1382833"/>
              <a:ext cx="3583507" cy="615455"/>
            </a:xfrm>
            <a:prstGeom prst="roundRect">
              <a:avLst/>
            </a:prstGeom>
            <a:solidFill>
              <a:srgbClr val="1EA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0989D0-CDCD-43A1-83D6-F0FB6CAF1716}"/>
                </a:ext>
              </a:extLst>
            </p:cNvPr>
            <p:cNvSpPr txBox="1"/>
            <p:nvPr/>
          </p:nvSpPr>
          <p:spPr>
            <a:xfrm>
              <a:off x="3181111" y="1455114"/>
              <a:ext cx="3586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rPr>
                <a:t>Évaluation des Modèles</a:t>
              </a:r>
              <a:endParaRPr lang="fr-MA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 Condensed SemiBold" panose="020B060305000002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139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11480B-5729-4B52-BECE-54538111FD33}"/>
              </a:ext>
            </a:extLst>
          </p:cNvPr>
          <p:cNvSpPr/>
          <p:nvPr/>
        </p:nvSpPr>
        <p:spPr>
          <a:xfrm>
            <a:off x="-855406" y="0"/>
            <a:ext cx="3905866" cy="685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E2E1D1-ADE3-4DA7-A8D8-341CE0327ACF}"/>
              </a:ext>
            </a:extLst>
          </p:cNvPr>
          <p:cNvGrpSpPr/>
          <p:nvPr/>
        </p:nvGrpSpPr>
        <p:grpSpPr>
          <a:xfrm>
            <a:off x="109486" y="1055154"/>
            <a:ext cx="2801457" cy="919325"/>
            <a:chOff x="-620231" y="980113"/>
            <a:chExt cx="2801457" cy="919325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9A649BC-6094-450C-A7DC-FE0D1D945082}"/>
                </a:ext>
              </a:extLst>
            </p:cNvPr>
            <p:cNvSpPr/>
            <p:nvPr/>
          </p:nvSpPr>
          <p:spPr>
            <a:xfrm>
              <a:off x="-620231" y="980113"/>
              <a:ext cx="2801456" cy="91932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B6BE592-F67B-49E3-AFC2-CD12F88279B1}"/>
                </a:ext>
              </a:extLst>
            </p:cNvPr>
            <p:cNvSpPr txBox="1"/>
            <p:nvPr/>
          </p:nvSpPr>
          <p:spPr>
            <a:xfrm>
              <a:off x="-620230" y="1085832"/>
              <a:ext cx="28014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MA" sz="4000" dirty="0">
                  <a:latin typeface="Fira Sans Condensed ExtraBold" panose="020B0903050000020004" pitchFamily="34" charset="0"/>
                </a:rPr>
                <a:t>Conclusion :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CF761C5-0768-435F-BD0A-E7DE0C5BF818}"/>
              </a:ext>
            </a:extLst>
          </p:cNvPr>
          <p:cNvGrpSpPr/>
          <p:nvPr/>
        </p:nvGrpSpPr>
        <p:grpSpPr>
          <a:xfrm>
            <a:off x="109486" y="2572375"/>
            <a:ext cx="2786743" cy="2401067"/>
            <a:chOff x="109486" y="2572375"/>
            <a:chExt cx="2786743" cy="240106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7436A15-7B83-4D13-BB3E-B1A9F76CC00C}"/>
                </a:ext>
              </a:extLst>
            </p:cNvPr>
            <p:cNvSpPr/>
            <p:nvPr/>
          </p:nvSpPr>
          <p:spPr>
            <a:xfrm>
              <a:off x="109486" y="2572375"/>
              <a:ext cx="2786743" cy="240106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41D294B-AAC8-441F-B97B-DBE974B37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394" y="2753868"/>
              <a:ext cx="2067640" cy="210790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007921-7C0B-4F44-AAA5-C18F473407BB}"/>
              </a:ext>
            </a:extLst>
          </p:cNvPr>
          <p:cNvGrpSpPr/>
          <p:nvPr/>
        </p:nvGrpSpPr>
        <p:grpSpPr>
          <a:xfrm>
            <a:off x="3417368" y="928953"/>
            <a:ext cx="8484346" cy="3236648"/>
            <a:chOff x="3417368" y="928953"/>
            <a:chExt cx="8484346" cy="323664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B6152BB-0AB6-4C7D-AE3E-506F2E2383A1}"/>
                </a:ext>
              </a:extLst>
            </p:cNvPr>
            <p:cNvSpPr/>
            <p:nvPr/>
          </p:nvSpPr>
          <p:spPr>
            <a:xfrm>
              <a:off x="3417368" y="928953"/>
              <a:ext cx="8425889" cy="323664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75A1480-6F3A-44C6-BD9A-5D1752536B9E}"/>
                </a:ext>
              </a:extLst>
            </p:cNvPr>
            <p:cNvGrpSpPr/>
            <p:nvPr/>
          </p:nvGrpSpPr>
          <p:grpSpPr>
            <a:xfrm>
              <a:off x="3724824" y="1184788"/>
              <a:ext cx="3329120" cy="615455"/>
              <a:chOff x="3181111" y="1382833"/>
              <a:chExt cx="4201056" cy="615455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7FAFD9D-ADCB-498B-B4DC-19B54BFE2B9C}"/>
                  </a:ext>
                </a:extLst>
              </p:cNvPr>
              <p:cNvSpPr/>
              <p:nvPr/>
            </p:nvSpPr>
            <p:spPr>
              <a:xfrm>
                <a:off x="3183910" y="1382833"/>
                <a:ext cx="4198257" cy="615455"/>
              </a:xfrm>
              <a:prstGeom prst="roundRect">
                <a:avLst/>
              </a:prstGeom>
              <a:solidFill>
                <a:srgbClr val="1EAB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0E25015-6134-4FFC-AD0B-008DAAB541CA}"/>
                  </a:ext>
                </a:extLst>
              </p:cNvPr>
              <p:cNvSpPr txBox="1"/>
              <p:nvPr/>
            </p:nvSpPr>
            <p:spPr>
              <a:xfrm>
                <a:off x="3181111" y="1455114"/>
                <a:ext cx="41982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Fira Sans Condensed SemiBold" panose="020B0603050000020004" pitchFamily="34" charset="0"/>
                  </a:rPr>
                  <a:t>Résumé des points clés:</a:t>
                </a:r>
                <a:endParaRPr lang="fr-MA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Sans Condensed SemiBold" panose="020B0603050000020004" pitchFamily="34" charset="0"/>
                </a:endParaRP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4C7D312-B9AA-44D7-9021-5B087BB8BCE1}"/>
                </a:ext>
              </a:extLst>
            </p:cNvPr>
            <p:cNvSpPr txBox="1"/>
            <p:nvPr/>
          </p:nvSpPr>
          <p:spPr>
            <a:xfrm>
              <a:off x="3653971" y="2117259"/>
              <a:ext cx="824774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bg1"/>
                  </a:solidFill>
                </a:rPr>
                <a:t>Nous avons implémenté un système de recommandation de recettes en </a:t>
              </a:r>
              <a:r>
                <a:rPr lang="fr-FR" sz="2400" b="1" dirty="0">
                  <a:solidFill>
                    <a:srgbClr val="00FEFE"/>
                  </a:solidFill>
                </a:rPr>
                <a:t>utilisant KNN, SVD et TF-IDF.</a:t>
              </a:r>
            </a:p>
            <a:p>
              <a:r>
                <a:rPr lang="fr-FR" sz="2400" b="1" dirty="0">
                  <a:solidFill>
                    <a:schemeClr val="bg1"/>
                  </a:solidFill>
                </a:rPr>
                <a:t>Chaque modèle a ses forces et ses faiblesses.</a:t>
              </a:r>
            </a:p>
            <a:p>
              <a:r>
                <a:rPr lang="fr-FR" sz="2400" b="1" dirty="0">
                  <a:solidFill>
                    <a:schemeClr val="bg1"/>
                  </a:solidFill>
                </a:rPr>
                <a:t>Le choix du modèle dépend des besoins spécifiques.</a:t>
              </a:r>
            </a:p>
          </p:txBody>
        </p:sp>
      </p:grpSp>
      <p:sp>
        <p:nvSpPr>
          <p:cNvPr id="59" name="Cloud 58">
            <a:extLst>
              <a:ext uri="{FF2B5EF4-FFF2-40B4-BE49-F238E27FC236}">
                <a16:creationId xmlns:a16="http://schemas.microsoft.com/office/drawing/2014/main" id="{BEEA135E-09E1-4FC5-8302-9676679330A2}"/>
              </a:ext>
            </a:extLst>
          </p:cNvPr>
          <p:cNvSpPr/>
          <p:nvPr/>
        </p:nvSpPr>
        <p:spPr>
          <a:xfrm>
            <a:off x="-8455747" y="-6303170"/>
            <a:ext cx="5347636" cy="4711139"/>
          </a:xfrm>
          <a:prstGeom prst="cloud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D1AA4A7-8A99-4092-9168-7C6E97045DB3}"/>
              </a:ext>
            </a:extLst>
          </p:cNvPr>
          <p:cNvGrpSpPr/>
          <p:nvPr/>
        </p:nvGrpSpPr>
        <p:grpSpPr>
          <a:xfrm>
            <a:off x="-8669867" y="2497849"/>
            <a:ext cx="5825067" cy="2000616"/>
            <a:chOff x="203200" y="1873386"/>
            <a:chExt cx="4368800" cy="1500462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3D376EE-F806-4B1C-8286-779B02ABF409}"/>
                </a:ext>
              </a:extLst>
            </p:cNvPr>
            <p:cNvSpPr/>
            <p:nvPr/>
          </p:nvSpPr>
          <p:spPr>
            <a:xfrm>
              <a:off x="203200" y="1954100"/>
              <a:ext cx="4368800" cy="1419748"/>
            </a:xfrm>
            <a:prstGeom prst="roundRect">
              <a:avLst/>
            </a:prstGeom>
            <a:solidFill>
              <a:srgbClr val="4FBF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  <p:sp>
          <p:nvSpPr>
            <p:cNvPr id="62" name="CuadroTexto 5">
              <a:extLst>
                <a:ext uri="{FF2B5EF4-FFF2-40B4-BE49-F238E27FC236}">
                  <a16:creationId xmlns:a16="http://schemas.microsoft.com/office/drawing/2014/main" id="{0695566C-4FCE-4232-BA4E-BC1DBF720EFE}"/>
                </a:ext>
              </a:extLst>
            </p:cNvPr>
            <p:cNvSpPr txBox="1"/>
            <p:nvPr/>
          </p:nvSpPr>
          <p:spPr>
            <a:xfrm>
              <a:off x="305706" y="1873386"/>
              <a:ext cx="4005037" cy="13967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6000" b="1">
                  <a:solidFill>
                    <a:schemeClr val="tx2"/>
                  </a:solidFill>
                  <a:latin typeface="Martian Mono" panose="020B0009020000000004" pitchFamily="34" charset="0"/>
                  <a:ea typeface="Roboto" panose="02000000000000000000" pitchFamily="2" charset="0"/>
                  <a:cs typeface="Space Grotesk" pitchFamily="2" charset="77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s-SV" sz="5751" dirty="0" err="1">
                  <a:solidFill>
                    <a:schemeClr val="tx1"/>
                  </a:solidFill>
                </a:rPr>
                <a:t>Merci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pour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votre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attention</a:t>
              </a:r>
              <a:r>
                <a:rPr lang="es-SV" sz="5751" dirty="0">
                  <a:solidFill>
                    <a:schemeClr val="tx1"/>
                  </a:solidFill>
                </a:rPr>
                <a:t> !</a:t>
              </a:r>
            </a:p>
          </p:txBody>
        </p:sp>
      </p:grpSp>
      <p:sp>
        <p:nvSpPr>
          <p:cNvPr id="63" name="Cloud 62">
            <a:extLst>
              <a:ext uri="{FF2B5EF4-FFF2-40B4-BE49-F238E27FC236}">
                <a16:creationId xmlns:a16="http://schemas.microsoft.com/office/drawing/2014/main" id="{9F83F2ED-708C-4D47-9750-64C4A0919AA7}"/>
              </a:ext>
            </a:extLst>
          </p:cNvPr>
          <p:cNvSpPr/>
          <p:nvPr/>
        </p:nvSpPr>
        <p:spPr>
          <a:xfrm>
            <a:off x="5880857" y="9092339"/>
            <a:ext cx="5347636" cy="4711139"/>
          </a:xfrm>
          <a:prstGeom prst="cloud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5341E5D-E3AC-46E7-8A6A-30490C5BBA19}"/>
              </a:ext>
            </a:extLst>
          </p:cNvPr>
          <p:cNvSpPr/>
          <p:nvPr/>
        </p:nvSpPr>
        <p:spPr>
          <a:xfrm>
            <a:off x="13984516" y="-4668409"/>
            <a:ext cx="2781549" cy="2641248"/>
          </a:xfrm>
          <a:prstGeom prst="ellipse">
            <a:avLst/>
          </a:prstGeom>
          <a:solidFill>
            <a:srgbClr val="00B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C8380B7-057E-404B-A8AD-68AF8850DB4B}"/>
              </a:ext>
            </a:extLst>
          </p:cNvPr>
          <p:cNvSpPr/>
          <p:nvPr/>
        </p:nvSpPr>
        <p:spPr>
          <a:xfrm>
            <a:off x="-4500388" y="8178976"/>
            <a:ext cx="2781549" cy="2641248"/>
          </a:xfrm>
          <a:prstGeom prst="ellipse">
            <a:avLst/>
          </a:prstGeom>
          <a:solidFill>
            <a:srgbClr val="00B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9312C-5B54-4A0E-BC7D-050F88D90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8" y="4383047"/>
            <a:ext cx="2435767" cy="2435767"/>
          </a:xfrm>
          <a:prstGeom prst="rect">
            <a:avLst/>
          </a:prstGeom>
        </p:spPr>
      </p:pic>
      <p:sp>
        <p:nvSpPr>
          <p:cNvPr id="66" name="Oval 65">
            <a:extLst>
              <a:ext uri="{FF2B5EF4-FFF2-40B4-BE49-F238E27FC236}">
                <a16:creationId xmlns:a16="http://schemas.microsoft.com/office/drawing/2014/main" id="{918712B6-57B7-48E7-9A7A-11EECE6699E7}"/>
              </a:ext>
            </a:extLst>
          </p:cNvPr>
          <p:cNvSpPr/>
          <p:nvPr/>
        </p:nvSpPr>
        <p:spPr>
          <a:xfrm>
            <a:off x="11030065" y="6358480"/>
            <a:ext cx="404700" cy="380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3B51A4-E92B-4ED1-907E-3A9041B3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FF6F-3430-4EF2-B6B4-8FD77F371378}" type="slidenum">
              <a:rPr lang="fr-MA" smtClean="0"/>
              <a:t>40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1722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96941477-7C49-4DF2-97E8-103A3CADA25D}"/>
              </a:ext>
            </a:extLst>
          </p:cNvPr>
          <p:cNvSpPr/>
          <p:nvPr/>
        </p:nvSpPr>
        <p:spPr>
          <a:xfrm>
            <a:off x="-1953346" y="-2391570"/>
            <a:ext cx="5347636" cy="4711139"/>
          </a:xfrm>
          <a:prstGeom prst="cloud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106096-8078-465F-BC59-843B5B2B57C7}"/>
              </a:ext>
            </a:extLst>
          </p:cNvPr>
          <p:cNvGrpSpPr/>
          <p:nvPr/>
        </p:nvGrpSpPr>
        <p:grpSpPr>
          <a:xfrm>
            <a:off x="270933" y="2497849"/>
            <a:ext cx="5825067" cy="2000616"/>
            <a:chOff x="203200" y="1873386"/>
            <a:chExt cx="4368800" cy="150046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9A6D468-5880-43D2-8876-3036C9AE94CA}"/>
                </a:ext>
              </a:extLst>
            </p:cNvPr>
            <p:cNvSpPr/>
            <p:nvPr/>
          </p:nvSpPr>
          <p:spPr>
            <a:xfrm>
              <a:off x="203200" y="1954100"/>
              <a:ext cx="4368800" cy="1419748"/>
            </a:xfrm>
            <a:prstGeom prst="roundRect">
              <a:avLst/>
            </a:prstGeom>
            <a:solidFill>
              <a:srgbClr val="4FBF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  <p:sp>
          <p:nvSpPr>
            <p:cNvPr id="58" name="CuadroTexto 5">
              <a:extLst>
                <a:ext uri="{FF2B5EF4-FFF2-40B4-BE49-F238E27FC236}">
                  <a16:creationId xmlns:a16="http://schemas.microsoft.com/office/drawing/2014/main" id="{C80A185D-013A-44F5-A837-C21BC3E694AD}"/>
                </a:ext>
              </a:extLst>
            </p:cNvPr>
            <p:cNvSpPr txBox="1"/>
            <p:nvPr/>
          </p:nvSpPr>
          <p:spPr>
            <a:xfrm>
              <a:off x="305706" y="1873386"/>
              <a:ext cx="4005037" cy="13967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6000" b="1">
                  <a:solidFill>
                    <a:schemeClr val="tx2"/>
                  </a:solidFill>
                  <a:latin typeface="Martian Mono" panose="020B0009020000000004" pitchFamily="34" charset="0"/>
                  <a:ea typeface="Roboto" panose="02000000000000000000" pitchFamily="2" charset="0"/>
                  <a:cs typeface="Space Grotesk" pitchFamily="2" charset="77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s-SV" sz="5751" dirty="0" err="1">
                  <a:solidFill>
                    <a:schemeClr val="tx1"/>
                  </a:solidFill>
                </a:rPr>
                <a:t>Merci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pour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votre</a:t>
              </a:r>
              <a:r>
                <a:rPr lang="es-SV" sz="5751" dirty="0">
                  <a:solidFill>
                    <a:schemeClr val="tx1"/>
                  </a:solidFill>
                </a:rPr>
                <a:t> </a:t>
              </a:r>
              <a:r>
                <a:rPr lang="es-SV" sz="5751" dirty="0" err="1">
                  <a:solidFill>
                    <a:schemeClr val="tx1"/>
                  </a:solidFill>
                </a:rPr>
                <a:t>attention</a:t>
              </a:r>
              <a:r>
                <a:rPr lang="es-SV" sz="5751" dirty="0">
                  <a:solidFill>
                    <a:schemeClr val="tx1"/>
                  </a:solidFill>
                </a:rPr>
                <a:t> !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4BA7CD6-9390-42BC-9D64-E22D1EDFC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718" y="757475"/>
            <a:ext cx="4026004" cy="4026004"/>
          </a:xfrm>
          <a:prstGeom prst="rect">
            <a:avLst/>
          </a:prstGeom>
        </p:spPr>
      </p:pic>
      <p:sp>
        <p:nvSpPr>
          <p:cNvPr id="26" name="Cloud 25">
            <a:extLst>
              <a:ext uri="{FF2B5EF4-FFF2-40B4-BE49-F238E27FC236}">
                <a16:creationId xmlns:a16="http://schemas.microsoft.com/office/drawing/2014/main" id="{A34640F8-784E-42A3-8ACA-6B3A47E71F4A}"/>
              </a:ext>
            </a:extLst>
          </p:cNvPr>
          <p:cNvSpPr/>
          <p:nvPr/>
        </p:nvSpPr>
        <p:spPr>
          <a:xfrm>
            <a:off x="5880857" y="4774339"/>
            <a:ext cx="5347636" cy="4711139"/>
          </a:xfrm>
          <a:prstGeom prst="cloud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F19303-3945-4F4B-97CC-7B888695B258}"/>
              </a:ext>
            </a:extLst>
          </p:cNvPr>
          <p:cNvSpPr/>
          <p:nvPr/>
        </p:nvSpPr>
        <p:spPr>
          <a:xfrm>
            <a:off x="10276116" y="-706009"/>
            <a:ext cx="2781549" cy="2641248"/>
          </a:xfrm>
          <a:prstGeom prst="ellipse">
            <a:avLst/>
          </a:prstGeom>
          <a:solidFill>
            <a:srgbClr val="00B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6C93D24-79D9-414A-8996-BC9491B1879E}"/>
              </a:ext>
            </a:extLst>
          </p:cNvPr>
          <p:cNvSpPr/>
          <p:nvPr/>
        </p:nvSpPr>
        <p:spPr>
          <a:xfrm>
            <a:off x="-1807988" y="5537376"/>
            <a:ext cx="2781549" cy="2641248"/>
          </a:xfrm>
          <a:prstGeom prst="ellipse">
            <a:avLst/>
          </a:prstGeom>
          <a:solidFill>
            <a:srgbClr val="00B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2400"/>
          </a:p>
        </p:txBody>
      </p:sp>
    </p:spTree>
    <p:extLst>
      <p:ext uri="{BB962C8B-B14F-4D97-AF65-F5344CB8AC3E}">
        <p14:creationId xmlns:p14="http://schemas.microsoft.com/office/powerpoint/2010/main" val="3714825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1772</Words>
  <Application>Microsoft Office PowerPoint</Application>
  <PresentationFormat>Widescreen</PresentationFormat>
  <Paragraphs>375</Paragraphs>
  <Slides>41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Bahnschrift</vt:lpstr>
      <vt:lpstr>Bahnschrift SemiBold</vt:lpstr>
      <vt:lpstr>Bahnschrift SemiBold SemiConden</vt:lpstr>
      <vt:lpstr>Calibri</vt:lpstr>
      <vt:lpstr>Calibri Light</vt:lpstr>
      <vt:lpstr>Fira Sans</vt:lpstr>
      <vt:lpstr>Fira Sans Condensed ExtraBold</vt:lpstr>
      <vt:lpstr>Fira Sans Condensed SemiBold</vt:lpstr>
      <vt:lpstr>Martian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ks</dc:creator>
  <cp:lastModifiedBy>m ks</cp:lastModifiedBy>
  <cp:revision>87</cp:revision>
  <dcterms:created xsi:type="dcterms:W3CDTF">2025-01-17T20:55:12Z</dcterms:created>
  <dcterms:modified xsi:type="dcterms:W3CDTF">2025-02-24T10:41:38Z</dcterms:modified>
</cp:coreProperties>
</file>